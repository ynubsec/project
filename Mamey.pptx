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y="10287000" cx="18288000"/>
  <p:notesSz cx="18288000" cy="10287000"/>
  <p:defaultTextStyle>
    <a:defPPr>
      <a:defRPr kern="0"/>
    </a:def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tableStyles" Target="tableStyles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3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9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30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1048631" name="Rectangle 4"/>
          <p:cNvSpPr>
            <a:spLocks noChangeAspect="1" noRot="1" noGrp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/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048632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48633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3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notesStyle>
    <a:lvl1pPr algn="l" fontAlgn="base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algn="l" fontAlgn="base" marL="4572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algn="l" fontAlgn="base" marL="9144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algn="l" fontAlgn="base" marL="13716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algn="l" fontAlgn="base" marL="18288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algn="l" defTabSz="914400" eaLnBrk="1" hangingPunct="1" latinLnBrk="0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jpe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type="obj">
  <p:cSld name="Title Slide">
    <p:bg>
      <p:bgPr>
        <a:solidFill>
          <a:schemeClr val="bg1"/>
        </a:solidFill>
        <a:effectLst/>
      </p:bgPr>
    </p:bg>
    <p:spTree>
      <p:nvGrpSpPr>
        <p:cNvPr id="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2" name="bg object 16"/>
          <p:cNvSpPr/>
          <p:nvPr/>
        </p:nvSpPr>
        <p:spPr>
          <a:xfrm>
            <a:off x="11201400" y="0"/>
            <a:ext cx="7086600" cy="10287000"/>
          </a:xfrm>
          <a:custGeom>
            <a:avLst/>
            <a:ahLst/>
            <a:rect l="l" t="t" r="r" b="b"/>
            <a:pathLst>
              <a:path w="7086600" h="10287000">
                <a:moveTo>
                  <a:pt x="7086600" y="0"/>
                </a:moveTo>
                <a:lnTo>
                  <a:pt x="0" y="0"/>
                </a:lnTo>
                <a:lnTo>
                  <a:pt x="0" y="10287000"/>
                </a:lnTo>
                <a:lnTo>
                  <a:pt x="7086600" y="10287000"/>
                </a:lnTo>
                <a:lnTo>
                  <a:pt x="7086600" y="0"/>
                </a:lnTo>
                <a:close/>
              </a:path>
            </a:pathLst>
          </a:custGeom>
          <a:solidFill>
            <a:srgbClr val="F8D27B"/>
          </a:solidFill>
        </p:spPr>
        <p:txBody>
          <a:bodyPr bIns="0" lIns="0" rIns="0" rtlCol="0" tIns="0" wrap="square"/>
          <a:p/>
        </p:txBody>
      </p:sp>
      <p:sp>
        <p:nvSpPr>
          <p:cNvPr id="1048583" name="bg object 17"/>
          <p:cNvSpPr/>
          <p:nvPr/>
        </p:nvSpPr>
        <p:spPr>
          <a:xfrm>
            <a:off x="0" y="0"/>
            <a:ext cx="11201400" cy="10287000"/>
          </a:xfrm>
          <a:custGeom>
            <a:avLst/>
            <a:ahLst/>
            <a:rect l="l" t="t" r="r" b="b"/>
            <a:pathLst>
              <a:path w="11201400" h="10287000">
                <a:moveTo>
                  <a:pt x="11201400" y="0"/>
                </a:moveTo>
                <a:lnTo>
                  <a:pt x="0" y="0"/>
                </a:lnTo>
                <a:lnTo>
                  <a:pt x="0" y="10287000"/>
                </a:lnTo>
                <a:lnTo>
                  <a:pt x="11201400" y="10287000"/>
                </a:lnTo>
                <a:lnTo>
                  <a:pt x="11201400" y="0"/>
                </a:lnTo>
                <a:close/>
              </a:path>
            </a:pathLst>
          </a:custGeom>
          <a:solidFill>
            <a:srgbClr val="222020"/>
          </a:solidFill>
        </p:spPr>
        <p:txBody>
          <a:bodyPr bIns="0" lIns="0" rIns="0" rtlCol="0" tIns="0" wrap="square"/>
          <a:p/>
        </p:txBody>
      </p:sp>
      <p:pic>
        <p:nvPicPr>
          <p:cNvPr id="2097152" name="bg object 18"/>
          <p:cNvPicPr>
            <a:picLocks/>
          </p:cNvPicPr>
          <p:nvPr/>
        </p:nvPicPr>
        <p:blipFill>
          <a:blip xmlns:r="http://schemas.openxmlformats.org/officeDocument/2006/relationships" r:embed="rId1" cstate="print"/>
          <a:stretch>
            <a:fillRect/>
          </a:stretch>
        </p:blipFill>
        <p:spPr>
          <a:xfrm>
            <a:off x="12020550" y="933450"/>
            <a:ext cx="5524500" cy="5534025"/>
          </a:xfrm>
          <a:prstGeom prst="rect"/>
        </p:spPr>
      </p:pic>
      <p:sp>
        <p:nvSpPr>
          <p:cNvPr id="1048584" name="Holder 2"/>
          <p:cNvSpPr>
            <a:spLocks noGrp="1"/>
          </p:cNvSpPr>
          <p:nvPr>
            <p:ph type="ctrTitle"/>
          </p:nvPr>
        </p:nvSpPr>
        <p:spPr>
          <a:xfrm>
            <a:off x="663257" y="482853"/>
            <a:ext cx="8983980" cy="5577205"/>
          </a:xfrm>
          <a:prstGeom prst="rect"/>
        </p:spPr>
        <p:txBody>
          <a:bodyPr bIns="0" lIns="0" rIns="0" tIns="0" wrap="square">
            <a:spAutoFit/>
          </a:bodyPr>
          <a:lstStyle>
            <a:lvl1pPr>
              <a:defRPr b="0" sz="8000" i="0">
                <a:solidFill>
                  <a:srgbClr val="1E1C1C"/>
                </a:solidFill>
                <a:latin typeface="Georgia"/>
                <a:cs typeface="Georgia"/>
              </a:defRPr>
            </a:lvl1pPr>
          </a:lstStyle>
          <a:p/>
        </p:txBody>
      </p:sp>
      <p:sp>
        <p:nvSpPr>
          <p:cNvPr id="1048585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/>
        </p:spPr>
        <p:txBody>
          <a:bodyPr bIns="0" lIns="0" rIns="0" tIns="0" wrap="square">
            <a:spAutoFit/>
          </a:bodyPr>
          <a:p/>
        </p:txBody>
      </p:sp>
      <p:sp>
        <p:nvSpPr>
          <p:cNvPr id="1048586" name="Holder 4"/>
          <p:cNvSpPr>
            <a:spLocks noGrp="1"/>
          </p:cNvSpPr>
          <p:nvPr>
            <p:ph type="ftr" sz="quarter" idx="5"/>
          </p:nvPr>
        </p:nvSpPr>
        <p:spPr/>
        <p:txBody>
          <a:bodyPr bIns="0" lIns="0" rIns="0" t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1048587" name="Holder 5"/>
          <p:cNvSpPr>
            <a:spLocks noGrp="1"/>
          </p:cNvSpPr>
          <p:nvPr>
            <p:ph type="dt" sz="half" idx="6"/>
          </p:nvPr>
        </p:nvSpPr>
        <p:spPr/>
        <p:txBody>
          <a:bodyPr bIns="0" lIns="0" rIns="0" t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1048588" name="Holder 6"/>
          <p:cNvSpPr>
            <a:spLocks noGrp="1"/>
          </p:cNvSpPr>
          <p:nvPr>
            <p:ph type="sldNum" sz="quarter" idx="7"/>
          </p:nvPr>
        </p:nvSpPr>
        <p:spPr/>
        <p:txBody>
          <a:bodyPr bIns="0" lIns="0" rIns="0" t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1500">
        <p14:window dir="vert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2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1" name="Holder 2"/>
          <p:cNvSpPr>
            <a:spLocks noGrp="1"/>
          </p:cNvSpPr>
          <p:nvPr>
            <p:ph type="title"/>
          </p:nvPr>
        </p:nvSpPr>
        <p:spPr/>
        <p:txBody>
          <a:bodyPr bIns="0" lIns="0" rIns="0" tIns="0"/>
          <a:lstStyle>
            <a:lvl1pPr>
              <a:defRPr b="0" sz="8000" i="0">
                <a:solidFill>
                  <a:srgbClr val="1E1C1C"/>
                </a:solidFill>
                <a:latin typeface="Georgia"/>
                <a:cs typeface="Georgia"/>
              </a:defRPr>
            </a:lvl1pPr>
          </a:lstStyle>
          <a:p/>
        </p:txBody>
      </p:sp>
      <p:sp>
        <p:nvSpPr>
          <p:cNvPr id="1048592" name="Holder 3"/>
          <p:cNvSpPr>
            <a:spLocks noGrp="1"/>
          </p:cNvSpPr>
          <p:nvPr>
            <p:ph type="body" idx="1"/>
          </p:nvPr>
        </p:nvSpPr>
        <p:spPr/>
        <p:txBody>
          <a:bodyPr bIns="0" lIns="0" rIns="0" tIns="0"/>
          <a:p/>
        </p:txBody>
      </p:sp>
      <p:sp>
        <p:nvSpPr>
          <p:cNvPr id="1048593" name="Holder 4"/>
          <p:cNvSpPr>
            <a:spLocks noGrp="1"/>
          </p:cNvSpPr>
          <p:nvPr>
            <p:ph type="ftr" sz="quarter" idx="5"/>
          </p:nvPr>
        </p:nvSpPr>
        <p:spPr/>
        <p:txBody>
          <a:bodyPr bIns="0" lIns="0" rIns="0" t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1048594" name="Holder 5"/>
          <p:cNvSpPr>
            <a:spLocks noGrp="1"/>
          </p:cNvSpPr>
          <p:nvPr>
            <p:ph type="dt" sz="half" idx="6"/>
          </p:nvPr>
        </p:nvSpPr>
        <p:spPr/>
        <p:txBody>
          <a:bodyPr bIns="0" lIns="0" rIns="0" t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1048595" name="Holder 6"/>
          <p:cNvSpPr>
            <a:spLocks noGrp="1"/>
          </p:cNvSpPr>
          <p:nvPr>
            <p:ph type="sldNum" sz="quarter" idx="7"/>
          </p:nvPr>
        </p:nvSpPr>
        <p:spPr/>
        <p:txBody>
          <a:bodyPr bIns="0" lIns="0" rIns="0" t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1500">
        <p14:window dir="vert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0" name="Holder 2"/>
          <p:cNvSpPr>
            <a:spLocks noGrp="1"/>
          </p:cNvSpPr>
          <p:nvPr>
            <p:ph type="title"/>
          </p:nvPr>
        </p:nvSpPr>
        <p:spPr/>
        <p:txBody>
          <a:bodyPr bIns="0" lIns="0" rIns="0" tIns="0"/>
          <a:lstStyle>
            <a:lvl1pPr>
              <a:defRPr b="0" sz="8000" i="0">
                <a:solidFill>
                  <a:srgbClr val="1E1C1C"/>
                </a:solidFill>
                <a:latin typeface="Georgia"/>
                <a:cs typeface="Georgia"/>
              </a:defRPr>
            </a:lvl1pPr>
          </a:lstStyle>
          <a:p/>
        </p:txBody>
      </p:sp>
      <p:sp>
        <p:nvSpPr>
          <p:cNvPr id="1048621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/>
        </p:spPr>
        <p:txBody>
          <a:bodyPr bIns="0" lIns="0" rIns="0" tIns="0" wrap="square">
            <a:spAutoFit/>
          </a:bodyPr>
          <a:p/>
        </p:txBody>
      </p:sp>
      <p:sp>
        <p:nvSpPr>
          <p:cNvPr id="1048622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/>
        </p:spPr>
        <p:txBody>
          <a:bodyPr bIns="0" lIns="0" rIns="0" tIns="0" wrap="square">
            <a:spAutoFit/>
          </a:bodyPr>
          <a:p/>
        </p:txBody>
      </p:sp>
      <p:sp>
        <p:nvSpPr>
          <p:cNvPr id="1048623" name="Holder 5"/>
          <p:cNvSpPr>
            <a:spLocks noGrp="1"/>
          </p:cNvSpPr>
          <p:nvPr>
            <p:ph type="ftr" sz="quarter" idx="5"/>
          </p:nvPr>
        </p:nvSpPr>
        <p:spPr/>
        <p:txBody>
          <a:bodyPr bIns="0" lIns="0" rIns="0" t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1048624" name="Holder 6"/>
          <p:cNvSpPr>
            <a:spLocks noGrp="1"/>
          </p:cNvSpPr>
          <p:nvPr>
            <p:ph type="dt" sz="half" idx="6"/>
          </p:nvPr>
        </p:nvSpPr>
        <p:spPr/>
        <p:txBody>
          <a:bodyPr bIns="0" lIns="0" rIns="0" t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1048625" name="Holder 7"/>
          <p:cNvSpPr>
            <a:spLocks noGrp="1"/>
          </p:cNvSpPr>
          <p:nvPr>
            <p:ph type="sldNum" sz="quarter" idx="7"/>
          </p:nvPr>
        </p:nvSpPr>
        <p:spPr/>
        <p:txBody>
          <a:bodyPr bIns="0" lIns="0" rIns="0" t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1500">
        <p14:window dir="vert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type="obj">
  <p:cSld name="Title Only">
    <p:bg>
      <p:bgPr>
        <a:solidFill>
          <a:schemeClr val="bg1"/>
        </a:solidFill>
        <a:effectLst/>
      </p:bgPr>
    </p:bg>
    <p:spTree>
      <p:nvGrpSpPr>
        <p:cNvPr id="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3" name="bg object 16"/>
          <p:cNvSpPr/>
          <p:nvPr/>
        </p:nvSpPr>
        <p:spPr>
          <a:xfrm>
            <a:off x="7858125" y="0"/>
            <a:ext cx="10429875" cy="10287000"/>
          </a:xfrm>
          <a:custGeom>
            <a:avLst/>
            <a:ahLst/>
            <a:rect l="l" t="t" r="r" b="b"/>
            <a:pathLst>
              <a:path w="10429875" h="10287000">
                <a:moveTo>
                  <a:pt x="0" y="10287000"/>
                </a:moveTo>
                <a:lnTo>
                  <a:pt x="10429875" y="10287000"/>
                </a:lnTo>
                <a:lnTo>
                  <a:pt x="10429875" y="0"/>
                </a:lnTo>
                <a:lnTo>
                  <a:pt x="0" y="0"/>
                </a:lnTo>
                <a:lnTo>
                  <a:pt x="0" y="10287000"/>
                </a:lnTo>
                <a:close/>
              </a:path>
            </a:pathLst>
          </a:custGeom>
          <a:solidFill>
            <a:srgbClr val="F8D27B"/>
          </a:solidFill>
        </p:spPr>
        <p:txBody>
          <a:bodyPr bIns="0" lIns="0" rIns="0" rtlCol="0" tIns="0" wrap="square"/>
          <a:p/>
        </p:txBody>
      </p:sp>
      <p:sp>
        <p:nvSpPr>
          <p:cNvPr id="1048614" name="bg object 17"/>
          <p:cNvSpPr/>
          <p:nvPr/>
        </p:nvSpPr>
        <p:spPr>
          <a:xfrm>
            <a:off x="0" y="0"/>
            <a:ext cx="7858125" cy="10287000"/>
          </a:xfrm>
          <a:custGeom>
            <a:avLst/>
            <a:ahLst/>
            <a:rect l="l" t="t" r="r" b="b"/>
            <a:pathLst>
              <a:path w="7858125" h="10287000">
                <a:moveTo>
                  <a:pt x="7858125" y="0"/>
                </a:moveTo>
                <a:lnTo>
                  <a:pt x="0" y="0"/>
                </a:lnTo>
                <a:lnTo>
                  <a:pt x="0" y="10287000"/>
                </a:lnTo>
                <a:lnTo>
                  <a:pt x="7858125" y="10287000"/>
                </a:lnTo>
                <a:lnTo>
                  <a:pt x="7858125" y="0"/>
                </a:lnTo>
                <a:close/>
              </a:path>
            </a:pathLst>
          </a:custGeom>
          <a:solidFill>
            <a:srgbClr val="222020"/>
          </a:solidFill>
        </p:spPr>
        <p:txBody>
          <a:bodyPr bIns="0" lIns="0" rIns="0" rtlCol="0" tIns="0" wrap="square"/>
          <a:p/>
        </p:txBody>
      </p:sp>
      <p:pic>
        <p:nvPicPr>
          <p:cNvPr id="2097163" name="bg object 18"/>
          <p:cNvPicPr>
            <a:picLocks/>
          </p:cNvPicPr>
          <p:nvPr/>
        </p:nvPicPr>
        <p:blipFill>
          <a:blip xmlns:r="http://schemas.openxmlformats.org/officeDocument/2006/relationships" r:embed="rId1" cstate="print"/>
          <a:stretch>
            <a:fillRect/>
          </a:stretch>
        </p:blipFill>
        <p:spPr>
          <a:xfrm>
            <a:off x="5200650" y="7743825"/>
            <a:ext cx="2009775" cy="2238375"/>
          </a:xfrm>
          <a:prstGeom prst="rect"/>
        </p:spPr>
      </p:pic>
      <p:pic>
        <p:nvPicPr>
          <p:cNvPr id="2097164" name="bg object 19"/>
          <p:cNvPicPr>
            <a:picLocks/>
          </p:cNvPicPr>
          <p:nvPr/>
        </p:nvPicPr>
        <p:blipFill>
          <a:blip xmlns:r="http://schemas.openxmlformats.org/officeDocument/2006/relationships" r:embed="rId2" cstate="print"/>
          <a:stretch>
            <a:fillRect/>
          </a:stretch>
        </p:blipFill>
        <p:spPr>
          <a:xfrm>
            <a:off x="914400" y="1114425"/>
            <a:ext cx="5295900" cy="6858000"/>
          </a:xfrm>
          <a:prstGeom prst="rect"/>
        </p:spPr>
      </p:pic>
      <p:sp>
        <p:nvSpPr>
          <p:cNvPr id="1048615" name="Holder 2"/>
          <p:cNvSpPr>
            <a:spLocks noGrp="1"/>
          </p:cNvSpPr>
          <p:nvPr>
            <p:ph type="title"/>
          </p:nvPr>
        </p:nvSpPr>
        <p:spPr/>
        <p:txBody>
          <a:bodyPr bIns="0" lIns="0" rIns="0" tIns="0"/>
          <a:lstStyle>
            <a:lvl1pPr>
              <a:defRPr b="0" sz="8000" i="0">
                <a:solidFill>
                  <a:srgbClr val="1E1C1C"/>
                </a:solidFill>
                <a:latin typeface="Georgia"/>
                <a:cs typeface="Georgia"/>
              </a:defRPr>
            </a:lvl1pPr>
          </a:lstStyle>
          <a:p/>
        </p:txBody>
      </p:sp>
      <p:sp>
        <p:nvSpPr>
          <p:cNvPr id="1048616" name="Holder 3"/>
          <p:cNvSpPr>
            <a:spLocks noGrp="1"/>
          </p:cNvSpPr>
          <p:nvPr>
            <p:ph type="ftr" sz="quarter" idx="5"/>
          </p:nvPr>
        </p:nvSpPr>
        <p:spPr/>
        <p:txBody>
          <a:bodyPr bIns="0" lIns="0" rIns="0" t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1048617" name="Holder 4"/>
          <p:cNvSpPr>
            <a:spLocks noGrp="1"/>
          </p:cNvSpPr>
          <p:nvPr>
            <p:ph type="dt" sz="half" idx="6"/>
          </p:nvPr>
        </p:nvSpPr>
        <p:spPr/>
        <p:txBody>
          <a:bodyPr bIns="0" lIns="0" rIns="0" t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1048618" name="Holder 5"/>
          <p:cNvSpPr>
            <a:spLocks noGrp="1"/>
          </p:cNvSpPr>
          <p:nvPr>
            <p:ph type="sldNum" sz="quarter" idx="7"/>
          </p:nvPr>
        </p:nvSpPr>
        <p:spPr/>
        <p:txBody>
          <a:bodyPr bIns="0" lIns="0" rIns="0" t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1500">
        <p14:window dir="vert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6" name="Holder 2"/>
          <p:cNvSpPr>
            <a:spLocks noGrp="1"/>
          </p:cNvSpPr>
          <p:nvPr>
            <p:ph type="ftr" sz="quarter" idx="5"/>
          </p:nvPr>
        </p:nvSpPr>
        <p:spPr/>
        <p:txBody>
          <a:bodyPr bIns="0" lIns="0" rIns="0" t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1048627" name="Holder 3"/>
          <p:cNvSpPr>
            <a:spLocks noGrp="1"/>
          </p:cNvSpPr>
          <p:nvPr>
            <p:ph type="dt" sz="half" idx="6"/>
          </p:nvPr>
        </p:nvSpPr>
        <p:spPr/>
        <p:txBody>
          <a:bodyPr bIns="0" lIns="0" rIns="0" t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1048628" name="Holder 4"/>
          <p:cNvSpPr>
            <a:spLocks noGrp="1"/>
          </p:cNvSpPr>
          <p:nvPr>
            <p:ph type="sldNum" sz="quarter" idx="7"/>
          </p:nvPr>
        </p:nvSpPr>
        <p:spPr/>
        <p:txBody>
          <a:bodyPr bIns="0" lIns="0" rIns="0" t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1500">
        <p14:window dir="vert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ah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F8D27B"/>
          </a:solidFill>
        </p:spPr>
        <p:txBody>
          <a:bodyPr bIns="0" lIns="0" rIns="0" rtlCol="0" tIns="0" wrap="square"/>
          <a:p/>
        </p:txBody>
      </p:sp>
      <p:sp>
        <p:nvSpPr>
          <p:cNvPr id="1048577" name="Holder 2"/>
          <p:cNvSpPr>
            <a:spLocks noGrp="1"/>
          </p:cNvSpPr>
          <p:nvPr>
            <p:ph type="title"/>
          </p:nvPr>
        </p:nvSpPr>
        <p:spPr>
          <a:xfrm>
            <a:off x="654684" y="430212"/>
            <a:ext cx="5878830" cy="2365375"/>
          </a:xfrm>
          <a:prstGeom prst="rect"/>
        </p:spPr>
        <p:txBody>
          <a:bodyPr bIns="0" lIns="0" rIns="0" tIns="0" wrap="square">
            <a:spAutoFit/>
          </a:bodyPr>
          <a:lstStyle>
            <a:lvl1pPr>
              <a:defRPr b="0" sz="8000" i="0">
                <a:solidFill>
                  <a:srgbClr val="1E1C1C"/>
                </a:solidFill>
                <a:latin typeface="Georgia"/>
                <a:cs typeface="Georgia"/>
              </a:defRPr>
            </a:lvl1pPr>
          </a:lstStyle>
          <a:p/>
        </p:txBody>
      </p:sp>
      <p:sp>
        <p:nvSpPr>
          <p:cNvPr id="1048578" name="Holder 3"/>
          <p:cNvSpPr>
            <a:spLocks noGrp="1"/>
          </p:cNvSpPr>
          <p:nvPr>
            <p:ph type="body" idx="1"/>
          </p:nvPr>
        </p:nvSpPr>
        <p:spPr>
          <a:xfrm>
            <a:off x="914400" y="2366010"/>
            <a:ext cx="16459200" cy="6789420"/>
          </a:xfrm>
          <a:prstGeom prst="rect"/>
        </p:spPr>
        <p:txBody>
          <a:bodyPr bIns="0" lIns="0" rIns="0" tIns="0" wrap="square">
            <a:spAutoFit/>
          </a:bodyPr>
          <a:p/>
        </p:txBody>
      </p:sp>
      <p:sp>
        <p:nvSpPr>
          <p:cNvPr id="1048579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/>
        </p:spPr>
        <p:txBody>
          <a:bodyPr bIns="0" lIns="0" rIns="0" tIns="0" wrap="square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1048580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/>
        </p:spPr>
        <p:txBody>
          <a:bodyPr bIns="0" lIns="0" rIns="0" tIns="0" wrap="square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1048581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/>
        </p:spPr>
        <p:txBody>
          <a:bodyPr bIns="0" lIns="0" rIns="0" tIns="0" wrap="square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1500">
        <p14:window dir="vert"/>
      </p:transition>
    </mc:Choice>
    <mc:Fallback>
      <p:transition spd="slow">
        <p:fade/>
      </p:transition>
    </mc:Fallback>
  </mc:AlternateConten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jpeg"/><Relationship Id="rId3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slideLayout" Target="../slideLayouts/slideLayout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image" Target="../media/image7.jpeg"/><Relationship Id="rId2" Type="http://schemas.openxmlformats.org/officeDocument/2006/relationships/slideLayout" Target="../slideLayouts/slideLayout2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slideLayout" Target="../slideLayouts/slideLayout2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image" Target="../media/image9.jpeg"/><Relationship Id="rId2" Type="http://schemas.openxmlformats.org/officeDocument/2006/relationships/slideLayout" Target="../slideLayouts/slideLayout2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image" Target="../media/image10.jpeg"/><Relationship Id="rId2" Type="http://schemas.openxmlformats.org/officeDocument/2006/relationships/slideLayout" Target="../slideLayouts/slideLayout2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image" Target="../media/image11.jpeg"/><Relationship Id="rId2" Type="http://schemas.openxmlformats.org/officeDocument/2006/relationships/slideLayout" Target="../slideLayouts/slideLayout2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image" Target="../media/image12.jpeg"/><Relationship Id="rId2" Type="http://schemas.openxmlformats.org/officeDocument/2006/relationships/slideLayout" Target="../slideLayouts/slideLayout2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image" Target="../media/image13.jpeg"/><Relationship Id="rId2" Type="http://schemas.openxmlformats.org/officeDocument/2006/relationships/slideLayout" Target="../slideLayouts/slideLayout2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9" name="object 2"/>
          <p:cNvSpPr txBox="1"/>
          <p:nvPr/>
        </p:nvSpPr>
        <p:spPr>
          <a:xfrm>
            <a:off x="663257" y="482853"/>
            <a:ext cx="8983980" cy="5417820"/>
          </a:xfrm>
          <a:prstGeom prst="rect"/>
        </p:spPr>
        <p:txBody>
          <a:bodyPr bIns="0" lIns="0" rIns="0" rtlCol="0" tIns="338455" vert="horz" wrap="square">
            <a:spAutoFit/>
          </a:bodyPr>
          <a:p>
            <a:pPr marL="12700" marR="5080">
              <a:lnSpc>
                <a:spcPct val="84200"/>
              </a:lnSpc>
              <a:spcBef>
                <a:spcPts val="2665"/>
              </a:spcBef>
            </a:pPr>
            <a:r>
              <a:rPr dirty="0" sz="13600" spc="-1215">
                <a:solidFill>
                  <a:srgbClr val="FFFFFF"/>
                </a:solidFill>
                <a:latin typeface="Georgia"/>
                <a:cs typeface="Georgia"/>
              </a:rPr>
              <a:t>E-</a:t>
            </a:r>
            <a:r>
              <a:rPr dirty="0" sz="13600" spc="-1235">
                <a:solidFill>
                  <a:srgbClr val="FFFFFF"/>
                </a:solidFill>
                <a:latin typeface="Georgia"/>
                <a:cs typeface="Georgia"/>
              </a:rPr>
              <a:t>C</a:t>
            </a:r>
            <a:r>
              <a:rPr dirty="0" sz="13600" spc="-1350">
                <a:solidFill>
                  <a:srgbClr val="FFFFFF"/>
                </a:solidFill>
                <a:latin typeface="Georgia"/>
                <a:cs typeface="Georgia"/>
              </a:rPr>
              <a:t>o</a:t>
            </a:r>
            <a:r>
              <a:rPr dirty="0" sz="13600" spc="-1325">
                <a:solidFill>
                  <a:srgbClr val="FFFFFF"/>
                </a:solidFill>
                <a:latin typeface="Georgia"/>
                <a:cs typeface="Georgia"/>
              </a:rPr>
              <a:t>m</a:t>
            </a:r>
            <a:r>
              <a:rPr dirty="0" sz="13600" spc="-1275">
                <a:solidFill>
                  <a:srgbClr val="FFFFFF"/>
                </a:solidFill>
                <a:latin typeface="Georgia"/>
                <a:cs typeface="Georgia"/>
              </a:rPr>
              <a:t>m</a:t>
            </a:r>
            <a:r>
              <a:rPr dirty="0" sz="13600" spc="-1265">
                <a:solidFill>
                  <a:srgbClr val="FFFFFF"/>
                </a:solidFill>
                <a:latin typeface="Georgia"/>
                <a:cs typeface="Georgia"/>
              </a:rPr>
              <a:t>e</a:t>
            </a:r>
            <a:r>
              <a:rPr dirty="0" sz="13600" spc="-1345">
                <a:solidFill>
                  <a:srgbClr val="FFFFFF"/>
                </a:solidFill>
                <a:latin typeface="Georgia"/>
                <a:cs typeface="Georgia"/>
              </a:rPr>
              <a:t>r</a:t>
            </a:r>
            <a:r>
              <a:rPr dirty="0" sz="13600" spc="-1235">
                <a:solidFill>
                  <a:srgbClr val="FFFFFF"/>
                </a:solidFill>
                <a:latin typeface="Georgia"/>
                <a:cs typeface="Georgia"/>
              </a:rPr>
              <a:t>c</a:t>
            </a:r>
            <a:r>
              <a:rPr dirty="0" sz="13600" spc="-1350">
                <a:solidFill>
                  <a:srgbClr val="FFFFFF"/>
                </a:solidFill>
                <a:latin typeface="Georgia"/>
                <a:cs typeface="Georgia"/>
              </a:rPr>
              <a:t>e</a:t>
            </a:r>
            <a:r>
              <a:rPr dirty="0" sz="13600" spc="-70">
                <a:solidFill>
                  <a:srgbClr val="FFFFFF"/>
                </a:solidFill>
                <a:latin typeface="Georgia"/>
                <a:cs typeface="Georgia"/>
              </a:rPr>
              <a:t>,</a:t>
            </a:r>
            <a:r>
              <a:rPr dirty="0" sz="13600" spc="-1165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dirty="0" sz="13550" spc="-1145">
                <a:solidFill>
                  <a:srgbClr val="FFFFFF"/>
                </a:solidFill>
                <a:latin typeface="Georgia"/>
                <a:cs typeface="Georgia"/>
              </a:rPr>
              <a:t>E-</a:t>
            </a:r>
            <a:r>
              <a:rPr dirty="0" sz="13550" spc="-1110">
                <a:solidFill>
                  <a:srgbClr val="FFFFFF"/>
                </a:solidFill>
                <a:latin typeface="Georgia"/>
                <a:cs typeface="Georgia"/>
              </a:rPr>
              <a:t>M</a:t>
            </a:r>
            <a:r>
              <a:rPr dirty="0" sz="13550" spc="-1030">
                <a:solidFill>
                  <a:srgbClr val="FFFFFF"/>
                </a:solidFill>
                <a:latin typeface="Georgia"/>
                <a:cs typeface="Georgia"/>
              </a:rPr>
              <a:t>e</a:t>
            </a:r>
            <a:r>
              <a:rPr dirty="0" sz="13550" spc="-1095">
                <a:solidFill>
                  <a:srgbClr val="FFFFFF"/>
                </a:solidFill>
                <a:latin typeface="Georgia"/>
                <a:cs typeface="Georgia"/>
              </a:rPr>
              <a:t>d</a:t>
            </a:r>
            <a:r>
              <a:rPr dirty="0" sz="13550" spc="-1035">
                <a:solidFill>
                  <a:srgbClr val="FFFFFF"/>
                </a:solidFill>
                <a:latin typeface="Georgia"/>
                <a:cs typeface="Georgia"/>
              </a:rPr>
              <a:t>i</a:t>
            </a:r>
            <a:r>
              <a:rPr dirty="0" sz="13550" spc="-1000">
                <a:solidFill>
                  <a:srgbClr val="FFFFFF"/>
                </a:solidFill>
                <a:latin typeface="Georgia"/>
                <a:cs typeface="Georgia"/>
              </a:rPr>
              <a:t>c</a:t>
            </a:r>
            <a:r>
              <a:rPr dirty="0" sz="13550" spc="-1035">
                <a:solidFill>
                  <a:srgbClr val="FFFFFF"/>
                </a:solidFill>
                <a:latin typeface="Georgia"/>
                <a:cs typeface="Georgia"/>
              </a:rPr>
              <a:t>i</a:t>
            </a:r>
            <a:r>
              <a:rPr dirty="0" sz="13550" spc="-1130">
                <a:solidFill>
                  <a:srgbClr val="FFFFFF"/>
                </a:solidFill>
                <a:latin typeface="Georgia"/>
                <a:cs typeface="Georgia"/>
              </a:rPr>
              <a:t>n</a:t>
            </a:r>
            <a:r>
              <a:rPr dirty="0" sz="13550" spc="-1030">
                <a:solidFill>
                  <a:srgbClr val="FFFFFF"/>
                </a:solidFill>
                <a:latin typeface="Georgia"/>
                <a:cs typeface="Georgia"/>
              </a:rPr>
              <a:t>e</a:t>
            </a:r>
            <a:r>
              <a:rPr dirty="0" sz="13550" spc="-10">
                <a:solidFill>
                  <a:srgbClr val="FFFFFF"/>
                </a:solidFill>
                <a:latin typeface="Georgia"/>
                <a:cs typeface="Georgia"/>
              </a:rPr>
              <a:t>,</a:t>
            </a:r>
            <a:r>
              <a:rPr dirty="0" sz="13550" spc="-944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dirty="0" sz="13550" spc="-1340">
                <a:solidFill>
                  <a:srgbClr val="FFFFFF"/>
                </a:solidFill>
                <a:latin typeface="Georgia"/>
                <a:cs typeface="Georgia"/>
              </a:rPr>
              <a:t>a</a:t>
            </a:r>
            <a:r>
              <a:rPr dirty="0" sz="13550" spc="-1300">
                <a:solidFill>
                  <a:srgbClr val="FFFFFF"/>
                </a:solidFill>
                <a:latin typeface="Georgia"/>
                <a:cs typeface="Georgia"/>
              </a:rPr>
              <a:t>n</a:t>
            </a:r>
            <a:r>
              <a:rPr dirty="0" sz="13550" spc="-25">
                <a:solidFill>
                  <a:srgbClr val="FFFFFF"/>
                </a:solidFill>
                <a:latin typeface="Georgia"/>
                <a:cs typeface="Georgia"/>
              </a:rPr>
              <a:t>d</a:t>
            </a:r>
            <a:endParaRPr sz="13550">
              <a:latin typeface="Georgia"/>
              <a:cs typeface="Georgia"/>
            </a:endParaRPr>
          </a:p>
        </p:txBody>
      </p:sp>
      <p:sp>
        <p:nvSpPr>
          <p:cNvPr id="1048590" name="object 3" descr=""/>
          <p:cNvSpPr txBox="1"/>
          <p:nvPr/>
        </p:nvSpPr>
        <p:spPr>
          <a:xfrm>
            <a:off x="654684" y="5654294"/>
            <a:ext cx="9286875" cy="2643505"/>
          </a:xfrm>
          <a:prstGeom prst="rect"/>
        </p:spPr>
        <p:txBody>
          <a:bodyPr bIns="0" lIns="0" rIns="0" rtlCol="0" tIns="17145" vert="horz" wrap="square">
            <a:spAutoFit/>
          </a:bodyPr>
          <a:p>
            <a:pPr marL="20955">
              <a:lnSpc>
                <a:spcPct val="100000"/>
              </a:lnSpc>
              <a:spcBef>
                <a:spcPts val="135"/>
              </a:spcBef>
            </a:pPr>
            <a:r>
              <a:rPr dirty="0" sz="13550" spc="-1145">
                <a:solidFill>
                  <a:srgbClr val="FFFFFF"/>
                </a:solidFill>
                <a:latin typeface="Georgia"/>
                <a:cs typeface="Georgia"/>
              </a:rPr>
              <a:t>E-</a:t>
            </a:r>
            <a:r>
              <a:rPr dirty="0" sz="13550" spc="-1125">
                <a:solidFill>
                  <a:srgbClr val="FFFFFF"/>
                </a:solidFill>
                <a:latin typeface="Georgia"/>
                <a:cs typeface="Georgia"/>
              </a:rPr>
              <a:t>G</a:t>
            </a:r>
            <a:r>
              <a:rPr dirty="0" sz="13550" spc="-1230">
                <a:solidFill>
                  <a:srgbClr val="FFFFFF"/>
                </a:solidFill>
                <a:latin typeface="Georgia"/>
                <a:cs typeface="Georgia"/>
              </a:rPr>
              <a:t>o</a:t>
            </a:r>
            <a:r>
              <a:rPr dirty="0" sz="13550" spc="-1190">
                <a:solidFill>
                  <a:srgbClr val="FFFFFF"/>
                </a:solidFill>
                <a:latin typeface="Georgia"/>
                <a:cs typeface="Georgia"/>
              </a:rPr>
              <a:t>v</a:t>
            </a:r>
            <a:r>
              <a:rPr dirty="0" sz="13550" spc="-1150">
                <a:solidFill>
                  <a:srgbClr val="FFFFFF"/>
                </a:solidFill>
                <a:latin typeface="Georgia"/>
                <a:cs typeface="Georgia"/>
              </a:rPr>
              <a:t>er</a:t>
            </a:r>
            <a:r>
              <a:rPr dirty="0" sz="13550" spc="-1255">
                <a:solidFill>
                  <a:srgbClr val="FFFFFF"/>
                </a:solidFill>
                <a:latin typeface="Georgia"/>
                <a:cs typeface="Georgia"/>
              </a:rPr>
              <a:t>n</a:t>
            </a:r>
            <a:r>
              <a:rPr dirty="0" sz="13550" spc="-1195">
                <a:solidFill>
                  <a:srgbClr val="FFFFFF"/>
                </a:solidFill>
                <a:latin typeface="Georgia"/>
                <a:cs typeface="Georgia"/>
              </a:rPr>
              <a:t>a</a:t>
            </a:r>
            <a:r>
              <a:rPr dirty="0" sz="13550" spc="-1155">
                <a:solidFill>
                  <a:srgbClr val="FFFFFF"/>
                </a:solidFill>
                <a:latin typeface="Georgia"/>
                <a:cs typeface="Georgia"/>
              </a:rPr>
              <a:t>n</a:t>
            </a:r>
            <a:r>
              <a:rPr dirty="0" sz="13550" spc="-1190">
                <a:solidFill>
                  <a:srgbClr val="FFFFFF"/>
                </a:solidFill>
                <a:latin typeface="Georgia"/>
                <a:cs typeface="Georgia"/>
              </a:rPr>
              <a:t>c</a:t>
            </a:r>
            <a:r>
              <a:rPr dirty="0" sz="13550" spc="-10">
                <a:solidFill>
                  <a:srgbClr val="FFFFFF"/>
                </a:solidFill>
                <a:latin typeface="Georgia"/>
                <a:cs typeface="Georgia"/>
              </a:rPr>
              <a:t>e</a:t>
            </a:r>
            <a:endParaRPr sz="13550">
              <a:latin typeface="Georgia"/>
              <a:cs typeface="Georgia"/>
            </a:endParaRPr>
          </a:p>
          <a:p>
            <a:pPr marL="12700" marR="4384675">
              <a:lnSpc>
                <a:spcPts val="4880"/>
              </a:lnSpc>
            </a:pPr>
            <a:r>
              <a:rPr dirty="0" sz="3800" spc="-95">
                <a:solidFill>
                  <a:srgbClr val="FFFFFF"/>
                </a:solidFill>
                <a:latin typeface="Arial MT"/>
                <a:cs typeface="Arial MT"/>
              </a:rPr>
              <a:t>Prepared</a:t>
            </a:r>
            <a:r>
              <a:rPr dirty="0" sz="3800" spc="-28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800" spc="-60">
                <a:solidFill>
                  <a:srgbClr val="FFFFFF"/>
                </a:solidFill>
                <a:latin typeface="Arial MT"/>
                <a:cs typeface="Arial MT"/>
              </a:rPr>
              <a:t>by</a:t>
            </a:r>
            <a:r>
              <a:rPr dirty="0" sz="3800" spc="-2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800" spc="-80">
                <a:solidFill>
                  <a:srgbClr val="FFFFFF"/>
                </a:solidFill>
                <a:latin typeface="Arial MT"/>
                <a:cs typeface="Arial MT"/>
              </a:rPr>
              <a:t>Anjal</a:t>
            </a:r>
            <a:r>
              <a:rPr dirty="0" sz="3800" spc="-29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800" spc="-20">
                <a:solidFill>
                  <a:srgbClr val="FFFFFF"/>
                </a:solidFill>
                <a:latin typeface="Arial MT"/>
                <a:cs typeface="Arial MT"/>
              </a:rPr>
              <a:t>Rana </a:t>
            </a:r>
            <a:r>
              <a:rPr dirty="0" sz="3800" spc="-65">
                <a:solidFill>
                  <a:srgbClr val="FFFFFF"/>
                </a:solidFill>
                <a:latin typeface="Arial MT"/>
                <a:cs typeface="Arial MT"/>
              </a:rPr>
              <a:t>Class:</a:t>
            </a:r>
            <a:r>
              <a:rPr dirty="0" sz="3800" spc="-45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800" spc="-110">
                <a:solidFill>
                  <a:srgbClr val="FFFFFF"/>
                </a:solidFill>
                <a:latin typeface="Arial MT"/>
                <a:cs typeface="Arial MT"/>
              </a:rPr>
              <a:t>12-</a:t>
            </a:r>
            <a:r>
              <a:rPr dirty="0" sz="3800" spc="-50">
                <a:solidFill>
                  <a:srgbClr val="FFFFFF"/>
                </a:solidFill>
                <a:latin typeface="Arial MT"/>
                <a:cs typeface="Arial MT"/>
              </a:rPr>
              <a:t>D</a:t>
            </a:r>
            <a:endParaRPr sz="3800">
              <a:latin typeface="Arial MT"/>
              <a:cs typeface="Arial MT"/>
            </a:endParaRPr>
          </a:p>
        </p:txBody>
      </p:sp>
      <p:grpSp>
        <p:nvGrpSpPr>
          <p:cNvPr id="19" name="object 4" descr=""/>
          <p:cNvGrpSpPr/>
          <p:nvPr/>
        </p:nvGrpSpPr>
        <p:grpSpPr>
          <a:xfrm>
            <a:off x="8734425" y="914400"/>
            <a:ext cx="9458325" cy="8772525"/>
            <a:chOff x="8734425" y="914400"/>
            <a:chExt cx="9458325" cy="8772525"/>
          </a:xfrm>
        </p:grpSpPr>
        <p:pic>
          <p:nvPicPr>
            <p:cNvPr id="2097153" name="object 5" descr=""/>
            <p:cNvPicPr>
              <a:picLocks/>
            </p:cNvPicPr>
            <p:nvPr/>
          </p:nvPicPr>
          <p:blipFill>
            <a:blip xmlns:r="http://schemas.openxmlformats.org/officeDocument/2006/relationships" r:embed="rId1" cstate="print"/>
            <a:stretch>
              <a:fillRect/>
            </a:stretch>
          </p:blipFill>
          <p:spPr>
            <a:xfrm>
              <a:off x="8734425" y="7448550"/>
              <a:ext cx="2000250" cy="2238375"/>
            </a:xfrm>
            <a:prstGeom prst="rect"/>
          </p:spPr>
        </p:pic>
        <p:pic>
          <p:nvPicPr>
            <p:cNvPr id="2097154" name="object 6" descr=""/>
            <p:cNvPicPr>
              <a:picLocks/>
            </p:cNvPicPr>
            <p:nvPr/>
          </p:nvPicPr>
          <p:blipFill>
            <a:blip xmlns:r="http://schemas.openxmlformats.org/officeDocument/2006/relationships" r:embed="rId2" cstate="print"/>
            <a:stretch>
              <a:fillRect/>
            </a:stretch>
          </p:blipFill>
          <p:spPr>
            <a:xfrm>
              <a:off x="11353800" y="914400"/>
              <a:ext cx="6838950" cy="8162925"/>
            </a:xfrm>
            <a:prstGeom prst="rect"/>
          </p:spPr>
        </p:pic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1000">
        <p14:flash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6" name="object 2"/>
          <p:cNvSpPr txBox="1">
            <a:spLocks noGrp="1"/>
          </p:cNvSpPr>
          <p:nvPr>
            <p:ph type="title"/>
          </p:nvPr>
        </p:nvSpPr>
        <p:spPr>
          <a:xfrm>
            <a:off x="654684" y="525462"/>
            <a:ext cx="6322695" cy="2270125"/>
          </a:xfrm>
          <a:prstGeom prst="rect"/>
        </p:spPr>
        <p:txBody>
          <a:bodyPr bIns="0" lIns="0" rIns="0" rtlCol="0" tIns="216535" vert="horz" wrap="square">
            <a:spAutoFit/>
          </a:bodyPr>
          <a:p>
            <a:pPr marL="12700" marR="5080">
              <a:lnSpc>
                <a:spcPts val="8030"/>
              </a:lnSpc>
              <a:spcBef>
                <a:spcPts val="1705"/>
              </a:spcBef>
            </a:pPr>
            <a:r>
              <a:rPr dirty="0" spc="-330"/>
              <a:t>Introduction</a:t>
            </a:r>
            <a:r>
              <a:rPr dirty="0" spc="-570"/>
              <a:t> </a:t>
            </a:r>
            <a:r>
              <a:rPr dirty="0" spc="-50"/>
              <a:t>to </a:t>
            </a:r>
            <a:r>
              <a:rPr dirty="0" spc="-400"/>
              <a:t>E-</a:t>
            </a:r>
            <a:r>
              <a:rPr dirty="0" spc="-320"/>
              <a:t>Services</a:t>
            </a:r>
          </a:p>
        </p:txBody>
      </p:sp>
      <p:sp>
        <p:nvSpPr>
          <p:cNvPr id="1048597" name="object 3" descr=""/>
          <p:cNvSpPr txBox="1"/>
          <p:nvPr/>
        </p:nvSpPr>
        <p:spPr>
          <a:xfrm>
            <a:off x="654684" y="3363658"/>
            <a:ext cx="6628130" cy="4030014"/>
          </a:xfrm>
          <a:prstGeom prst="rect"/>
        </p:spPr>
        <p:txBody>
          <a:bodyPr bIns="0" lIns="0" rIns="0" rtlCol="0" tIns="13335" vert="horz" wrap="square">
            <a:spAutoFit/>
          </a:bodyPr>
          <a:p>
            <a:pPr marL="12700" marR="5080">
              <a:lnSpc>
                <a:spcPct val="118900"/>
              </a:lnSpc>
              <a:spcBef>
                <a:spcPts val="105"/>
              </a:spcBef>
            </a:pPr>
            <a:r>
              <a:rPr dirty="0" sz="3200" spc="-65">
                <a:solidFill>
                  <a:srgbClr val="1E1C1C"/>
                </a:solidFill>
                <a:latin typeface="Calibri"/>
                <a:cs typeface="Calibri"/>
              </a:rPr>
              <a:t>E-</a:t>
            </a:r>
            <a:r>
              <a:rPr dirty="0" sz="3200" spc="-25">
                <a:solidFill>
                  <a:srgbClr val="1E1C1C"/>
                </a:solidFill>
                <a:latin typeface="Calibri"/>
                <a:cs typeface="Calibri"/>
              </a:rPr>
              <a:t>services</a:t>
            </a:r>
            <a:r>
              <a:rPr dirty="0" sz="3200" spc="-145">
                <a:solidFill>
                  <a:srgbClr val="1E1C1C"/>
                </a:solidFill>
                <a:latin typeface="Calibri"/>
                <a:cs typeface="Calibri"/>
              </a:rPr>
              <a:t> </a:t>
            </a:r>
            <a:r>
              <a:rPr dirty="0" sz="3200" spc="-35">
                <a:solidFill>
                  <a:srgbClr val="1E1C1C"/>
                </a:solidFill>
                <a:latin typeface="Calibri"/>
                <a:cs typeface="Calibri"/>
              </a:rPr>
              <a:t>are</a:t>
            </a:r>
            <a:r>
              <a:rPr dirty="0" sz="3200" spc="-165">
                <a:solidFill>
                  <a:srgbClr val="1E1C1C"/>
                </a:solidFill>
                <a:latin typeface="Calibri"/>
                <a:cs typeface="Calibri"/>
              </a:rPr>
              <a:t> </a:t>
            </a:r>
            <a:r>
              <a:rPr b="1" dirty="0" sz="3200">
                <a:solidFill>
                  <a:srgbClr val="1E1C1C"/>
                </a:solidFill>
                <a:latin typeface="Calibri"/>
                <a:cs typeface="Calibri"/>
              </a:rPr>
              <a:t>digital</a:t>
            </a:r>
            <a:r>
              <a:rPr b="1" dirty="0" sz="3200" spc="-114">
                <a:solidFill>
                  <a:srgbClr val="1E1C1C"/>
                </a:solidFill>
                <a:latin typeface="Calibri"/>
                <a:cs typeface="Calibri"/>
              </a:rPr>
              <a:t> </a:t>
            </a:r>
            <a:r>
              <a:rPr b="1" dirty="0" sz="3200" spc="-10">
                <a:solidFill>
                  <a:srgbClr val="1E1C1C"/>
                </a:solidFill>
                <a:latin typeface="Calibri"/>
                <a:cs typeface="Calibri"/>
              </a:rPr>
              <a:t>services</a:t>
            </a:r>
            <a:r>
              <a:rPr b="1" dirty="0" sz="3200" spc="-145">
                <a:solidFill>
                  <a:srgbClr val="1E1C1C"/>
                </a:solidFill>
                <a:latin typeface="Calibri"/>
                <a:cs typeface="Calibri"/>
              </a:rPr>
              <a:t> </a:t>
            </a:r>
            <a:r>
              <a:rPr b="1" dirty="0" sz="3200" spc="-10">
                <a:solidFill>
                  <a:srgbClr val="1E1C1C"/>
                </a:solidFill>
                <a:latin typeface="Calibri"/>
                <a:cs typeface="Calibri"/>
              </a:rPr>
              <a:t>delivered </a:t>
            </a:r>
            <a:r>
              <a:rPr dirty="0" sz="3200" spc="-40">
                <a:solidFill>
                  <a:srgbClr val="1E1C1C"/>
                </a:solidFill>
                <a:latin typeface="Calibri"/>
                <a:cs typeface="Calibri"/>
              </a:rPr>
              <a:t>via</a:t>
            </a:r>
            <a:r>
              <a:rPr dirty="0" sz="3200" spc="-165">
                <a:solidFill>
                  <a:srgbClr val="1E1C1C"/>
                </a:solidFill>
                <a:latin typeface="Calibri"/>
                <a:cs typeface="Calibri"/>
              </a:rPr>
              <a:t> </a:t>
            </a:r>
            <a:r>
              <a:rPr dirty="0" sz="3200">
                <a:solidFill>
                  <a:srgbClr val="1E1C1C"/>
                </a:solidFill>
                <a:latin typeface="Calibri"/>
                <a:cs typeface="Calibri"/>
              </a:rPr>
              <a:t>the</a:t>
            </a:r>
            <a:r>
              <a:rPr dirty="0" sz="3200" spc="-35">
                <a:solidFill>
                  <a:srgbClr val="1E1C1C"/>
                </a:solidFill>
                <a:latin typeface="Calibri"/>
                <a:cs typeface="Calibri"/>
              </a:rPr>
              <a:t> </a:t>
            </a:r>
            <a:r>
              <a:rPr dirty="0" sz="3200" spc="-55">
                <a:solidFill>
                  <a:srgbClr val="1E1C1C"/>
                </a:solidFill>
                <a:latin typeface="Calibri"/>
                <a:cs typeface="Calibri"/>
              </a:rPr>
              <a:t>internet.</a:t>
            </a:r>
            <a:r>
              <a:rPr dirty="0" sz="3200" spc="-360">
                <a:solidFill>
                  <a:srgbClr val="1E1C1C"/>
                </a:solidFill>
                <a:latin typeface="Calibri"/>
                <a:cs typeface="Calibri"/>
              </a:rPr>
              <a:t> </a:t>
            </a:r>
            <a:r>
              <a:rPr dirty="0" sz="3200" spc="-40">
                <a:solidFill>
                  <a:srgbClr val="1E1C1C"/>
                </a:solidFill>
                <a:latin typeface="Calibri"/>
                <a:cs typeface="Calibri"/>
              </a:rPr>
              <a:t>They</a:t>
            </a:r>
            <a:r>
              <a:rPr dirty="0" sz="3200" spc="-190">
                <a:solidFill>
                  <a:srgbClr val="1E1C1C"/>
                </a:solidFill>
                <a:latin typeface="Calibri"/>
                <a:cs typeface="Calibri"/>
              </a:rPr>
              <a:t> </a:t>
            </a:r>
            <a:r>
              <a:rPr dirty="0" sz="3200" spc="-10">
                <a:solidFill>
                  <a:srgbClr val="1E1C1C"/>
                </a:solidFill>
                <a:latin typeface="Calibri"/>
                <a:cs typeface="Calibri"/>
              </a:rPr>
              <a:t>significantly </a:t>
            </a:r>
            <a:r>
              <a:rPr dirty="0" sz="3200" spc="-35">
                <a:solidFill>
                  <a:srgbClr val="1E1C1C"/>
                </a:solidFill>
                <a:latin typeface="Calibri"/>
                <a:cs typeface="Calibri"/>
              </a:rPr>
              <a:t>transform</a:t>
            </a:r>
            <a:r>
              <a:rPr dirty="0" sz="3200" spc="-150">
                <a:solidFill>
                  <a:srgbClr val="1E1C1C"/>
                </a:solidFill>
                <a:latin typeface="Calibri"/>
                <a:cs typeface="Calibri"/>
              </a:rPr>
              <a:t> </a:t>
            </a:r>
            <a:r>
              <a:rPr dirty="0" sz="3200">
                <a:solidFill>
                  <a:srgbClr val="1E1C1C"/>
                </a:solidFill>
                <a:latin typeface="Calibri"/>
                <a:cs typeface="Calibri"/>
              </a:rPr>
              <a:t>various</a:t>
            </a:r>
            <a:r>
              <a:rPr dirty="0" sz="3200" spc="-150">
                <a:solidFill>
                  <a:srgbClr val="1E1C1C"/>
                </a:solidFill>
                <a:latin typeface="Calibri"/>
                <a:cs typeface="Calibri"/>
              </a:rPr>
              <a:t> </a:t>
            </a:r>
            <a:r>
              <a:rPr dirty="0" sz="3200" spc="-10">
                <a:solidFill>
                  <a:srgbClr val="1E1C1C"/>
                </a:solidFill>
                <a:latin typeface="Calibri"/>
                <a:cs typeface="Calibri"/>
              </a:rPr>
              <a:t>sectors</a:t>
            </a:r>
            <a:r>
              <a:rPr dirty="0" sz="3200" spc="-130">
                <a:solidFill>
                  <a:srgbClr val="1E1C1C"/>
                </a:solidFill>
                <a:latin typeface="Calibri"/>
                <a:cs typeface="Calibri"/>
              </a:rPr>
              <a:t> </a:t>
            </a:r>
            <a:r>
              <a:rPr dirty="0" sz="3200" spc="-30">
                <a:solidFill>
                  <a:srgbClr val="1E1C1C"/>
                </a:solidFill>
                <a:latin typeface="Calibri"/>
                <a:cs typeface="Calibri"/>
              </a:rPr>
              <a:t>by</a:t>
            </a:r>
            <a:r>
              <a:rPr dirty="0" sz="3200" spc="-160">
                <a:solidFill>
                  <a:srgbClr val="1E1C1C"/>
                </a:solidFill>
                <a:latin typeface="Calibri"/>
                <a:cs typeface="Calibri"/>
              </a:rPr>
              <a:t> </a:t>
            </a:r>
            <a:r>
              <a:rPr dirty="0" sz="3200" spc="-10">
                <a:solidFill>
                  <a:srgbClr val="1E1C1C"/>
                </a:solidFill>
                <a:latin typeface="Calibri"/>
                <a:cs typeface="Calibri"/>
              </a:rPr>
              <a:t>enhancing </a:t>
            </a:r>
            <a:r>
              <a:rPr dirty="0" sz="3200" spc="-35">
                <a:solidFill>
                  <a:srgbClr val="1E1C1C"/>
                </a:solidFill>
                <a:latin typeface="Calibri"/>
                <a:cs typeface="Calibri"/>
              </a:rPr>
              <a:t>convenience,</a:t>
            </a:r>
            <a:r>
              <a:rPr dirty="0" sz="3200" spc="-105">
                <a:solidFill>
                  <a:srgbClr val="1E1C1C"/>
                </a:solidFill>
                <a:latin typeface="Calibri"/>
                <a:cs typeface="Calibri"/>
              </a:rPr>
              <a:t> </a:t>
            </a:r>
            <a:r>
              <a:rPr dirty="0" sz="3200" spc="-60">
                <a:solidFill>
                  <a:srgbClr val="1E1C1C"/>
                </a:solidFill>
                <a:latin typeface="Calibri"/>
                <a:cs typeface="Calibri"/>
              </a:rPr>
              <a:t>efficiency,</a:t>
            </a:r>
            <a:r>
              <a:rPr dirty="0" sz="3200" spc="-240">
                <a:solidFill>
                  <a:srgbClr val="1E1C1C"/>
                </a:solidFill>
                <a:latin typeface="Calibri"/>
                <a:cs typeface="Calibri"/>
              </a:rPr>
              <a:t> </a:t>
            </a:r>
            <a:r>
              <a:rPr dirty="0" sz="3200">
                <a:solidFill>
                  <a:srgbClr val="1E1C1C"/>
                </a:solidFill>
                <a:latin typeface="Calibri"/>
                <a:cs typeface="Calibri"/>
              </a:rPr>
              <a:t>and</a:t>
            </a:r>
            <a:r>
              <a:rPr dirty="0" sz="3200" spc="-40">
                <a:solidFill>
                  <a:srgbClr val="1E1C1C"/>
                </a:solidFill>
                <a:latin typeface="Calibri"/>
                <a:cs typeface="Calibri"/>
              </a:rPr>
              <a:t> </a:t>
            </a:r>
            <a:r>
              <a:rPr dirty="0" sz="3200" spc="-35">
                <a:solidFill>
                  <a:srgbClr val="1E1C1C"/>
                </a:solidFill>
                <a:latin typeface="Calibri"/>
                <a:cs typeface="Calibri"/>
              </a:rPr>
              <a:t>accessibility, </a:t>
            </a:r>
            <a:r>
              <a:rPr dirty="0" sz="3200" spc="-30">
                <a:solidFill>
                  <a:srgbClr val="1E1C1C"/>
                </a:solidFill>
                <a:latin typeface="Calibri"/>
                <a:cs typeface="Calibri"/>
              </a:rPr>
              <a:t>impacting</a:t>
            </a:r>
            <a:r>
              <a:rPr dirty="0" sz="3200" spc="-105">
                <a:solidFill>
                  <a:srgbClr val="1E1C1C"/>
                </a:solidFill>
                <a:latin typeface="Calibri"/>
                <a:cs typeface="Calibri"/>
              </a:rPr>
              <a:t> </a:t>
            </a:r>
            <a:r>
              <a:rPr dirty="0" sz="3200" spc="-45">
                <a:solidFill>
                  <a:srgbClr val="1E1C1C"/>
                </a:solidFill>
                <a:latin typeface="Calibri"/>
                <a:cs typeface="Calibri"/>
              </a:rPr>
              <a:t>businesses,</a:t>
            </a:r>
            <a:r>
              <a:rPr dirty="0" sz="3200" spc="-135">
                <a:solidFill>
                  <a:srgbClr val="1E1C1C"/>
                </a:solidFill>
                <a:latin typeface="Calibri"/>
                <a:cs typeface="Calibri"/>
              </a:rPr>
              <a:t> </a:t>
            </a:r>
            <a:r>
              <a:rPr dirty="0" sz="3200" spc="-10">
                <a:solidFill>
                  <a:srgbClr val="1E1C1C"/>
                </a:solidFill>
                <a:latin typeface="Calibri"/>
                <a:cs typeface="Calibri"/>
              </a:rPr>
              <a:t>healthcare,</a:t>
            </a:r>
            <a:r>
              <a:rPr dirty="0" sz="3200" spc="-25">
                <a:solidFill>
                  <a:srgbClr val="1E1C1C"/>
                </a:solidFill>
                <a:latin typeface="Calibri"/>
                <a:cs typeface="Calibri"/>
              </a:rPr>
              <a:t> and </a:t>
            </a:r>
            <a:r>
              <a:rPr dirty="0" sz="3200" spc="-40">
                <a:solidFill>
                  <a:srgbClr val="1E1C1C"/>
                </a:solidFill>
                <a:latin typeface="Calibri"/>
                <a:cs typeface="Calibri"/>
              </a:rPr>
              <a:t>government</a:t>
            </a:r>
            <a:r>
              <a:rPr dirty="0" sz="3200" spc="-120">
                <a:solidFill>
                  <a:srgbClr val="1E1C1C"/>
                </a:solidFill>
                <a:latin typeface="Calibri"/>
                <a:cs typeface="Calibri"/>
              </a:rPr>
              <a:t> </a:t>
            </a:r>
            <a:r>
              <a:rPr dirty="0" sz="3200" spc="-30">
                <a:solidFill>
                  <a:srgbClr val="1E1C1C"/>
                </a:solidFill>
                <a:latin typeface="Calibri"/>
                <a:cs typeface="Calibri"/>
              </a:rPr>
              <a:t>services</a:t>
            </a:r>
            <a:r>
              <a:rPr dirty="0" sz="3200" spc="-125">
                <a:solidFill>
                  <a:srgbClr val="1E1C1C"/>
                </a:solidFill>
                <a:latin typeface="Calibri"/>
                <a:cs typeface="Calibri"/>
              </a:rPr>
              <a:t> </a:t>
            </a:r>
            <a:r>
              <a:rPr dirty="0" sz="3200" spc="-10">
                <a:solidFill>
                  <a:srgbClr val="1E1C1C"/>
                </a:solidFill>
                <a:latin typeface="Calibri"/>
                <a:cs typeface="Calibri"/>
              </a:rPr>
              <a:t>positively.</a:t>
            </a:r>
            <a:endParaRPr sz="3200">
              <a:latin typeface="Calibri"/>
              <a:cs typeface="Calibri"/>
            </a:endParaRPr>
          </a:p>
        </p:txBody>
      </p:sp>
      <p:pic>
        <p:nvPicPr>
          <p:cNvPr id="2097155" name="object 4" descr=""/>
          <p:cNvPicPr>
            <a:picLocks/>
          </p:cNvPicPr>
          <p:nvPr/>
        </p:nvPicPr>
        <p:blipFill>
          <a:blip xmlns:r="http://schemas.openxmlformats.org/officeDocument/2006/relationships" r:embed="rId1" cstate="print"/>
          <a:stretch>
            <a:fillRect/>
          </a:stretch>
        </p:blipFill>
        <p:spPr>
          <a:xfrm>
            <a:off x="8905875" y="904875"/>
            <a:ext cx="8724900" cy="7953375"/>
          </a:xfrm>
          <a:prstGeom prst="rect"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1500">
        <p14:window dir="ver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8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bIns="0" lIns="0" rIns="0" rtlCol="0" tIns="16510" vert="horz" wrap="square">
            <a:spAutoFit/>
          </a:bodyPr>
          <a:p>
            <a:pPr marL="12700">
              <a:lnSpc>
                <a:spcPts val="9190"/>
              </a:lnSpc>
              <a:spcBef>
                <a:spcPts val="130"/>
              </a:spcBef>
            </a:pPr>
            <a:r>
              <a:rPr dirty="0" spc="-345"/>
              <a:t>About</a:t>
            </a:r>
          </a:p>
          <a:p>
            <a:pPr marL="236220">
              <a:lnSpc>
                <a:spcPts val="9190"/>
              </a:lnSpc>
            </a:pPr>
            <a:r>
              <a:rPr dirty="0" spc="-400"/>
              <a:t>E-</a:t>
            </a:r>
            <a:r>
              <a:rPr dirty="0" spc="-520"/>
              <a:t>C</a:t>
            </a:r>
            <a:r>
              <a:rPr dirty="0" spc="-509"/>
              <a:t>o</a:t>
            </a:r>
            <a:r>
              <a:rPr dirty="0" spc="-484"/>
              <a:t>mm</a:t>
            </a:r>
            <a:r>
              <a:rPr dirty="0" spc="-520"/>
              <a:t>e</a:t>
            </a:r>
            <a:r>
              <a:rPr dirty="0" spc="-525"/>
              <a:t>r</a:t>
            </a:r>
            <a:r>
              <a:rPr dirty="0" spc="-509"/>
              <a:t>c</a:t>
            </a:r>
            <a:r>
              <a:rPr dirty="0" spc="-10"/>
              <a:t>e</a:t>
            </a:r>
          </a:p>
        </p:txBody>
      </p:sp>
      <p:sp>
        <p:nvSpPr>
          <p:cNvPr id="1048599" name="object 3" descr=""/>
          <p:cNvSpPr txBox="1"/>
          <p:nvPr/>
        </p:nvSpPr>
        <p:spPr>
          <a:xfrm>
            <a:off x="641984" y="3865499"/>
            <a:ext cx="6453505" cy="3397419"/>
          </a:xfrm>
          <a:prstGeom prst="rect"/>
        </p:spPr>
        <p:txBody>
          <a:bodyPr bIns="0" lIns="0" rIns="0" rtlCol="0" tIns="15875" vert="horz" wrap="square">
            <a:spAutoFit/>
          </a:bodyPr>
          <a:p>
            <a:pPr marL="12700" marR="5080">
              <a:lnSpc>
                <a:spcPct val="100099"/>
              </a:lnSpc>
              <a:spcBef>
                <a:spcPts val="125"/>
              </a:spcBef>
            </a:pPr>
            <a:r>
              <a:rPr dirty="0" sz="3200" spc="-200">
                <a:solidFill>
                  <a:srgbClr val="1E1C1C"/>
                </a:solidFill>
                <a:latin typeface="Calibri"/>
                <a:cs typeface="Calibri"/>
              </a:rPr>
              <a:t>Electronic</a:t>
            </a:r>
            <a:r>
              <a:rPr dirty="0" sz="3200" spc="-300">
                <a:solidFill>
                  <a:srgbClr val="1E1C1C"/>
                </a:solidFill>
                <a:latin typeface="Calibri"/>
                <a:cs typeface="Calibri"/>
              </a:rPr>
              <a:t> </a:t>
            </a:r>
            <a:r>
              <a:rPr dirty="0" sz="3200" spc="-200">
                <a:solidFill>
                  <a:srgbClr val="1E1C1C"/>
                </a:solidFill>
                <a:latin typeface="Calibri"/>
                <a:cs typeface="Calibri"/>
              </a:rPr>
              <a:t>commerce</a:t>
            </a:r>
            <a:r>
              <a:rPr dirty="0" sz="3200" spc="-320">
                <a:solidFill>
                  <a:srgbClr val="1E1C1C"/>
                </a:solidFill>
                <a:latin typeface="Calibri"/>
                <a:cs typeface="Calibri"/>
              </a:rPr>
              <a:t> </a:t>
            </a:r>
            <a:r>
              <a:rPr dirty="0" sz="3200" spc="-220">
                <a:solidFill>
                  <a:srgbClr val="1E1C1C"/>
                </a:solidFill>
                <a:latin typeface="Calibri"/>
                <a:cs typeface="Calibri"/>
              </a:rPr>
              <a:t>(e-</a:t>
            </a:r>
            <a:r>
              <a:rPr dirty="0" sz="3200" spc="-200">
                <a:solidFill>
                  <a:srgbClr val="1E1C1C"/>
                </a:solidFill>
                <a:latin typeface="Calibri"/>
                <a:cs typeface="Calibri"/>
              </a:rPr>
              <a:t>Commerce)</a:t>
            </a:r>
            <a:r>
              <a:rPr dirty="0" sz="3200" spc="-375">
                <a:solidFill>
                  <a:srgbClr val="1E1C1C"/>
                </a:solidFill>
                <a:latin typeface="Calibri"/>
                <a:cs typeface="Calibri"/>
              </a:rPr>
              <a:t> </a:t>
            </a:r>
            <a:r>
              <a:rPr dirty="0" sz="3200" spc="-110">
                <a:solidFill>
                  <a:srgbClr val="1E1C1C"/>
                </a:solidFill>
                <a:latin typeface="Calibri"/>
                <a:cs typeface="Calibri"/>
              </a:rPr>
              <a:t>is</a:t>
            </a:r>
            <a:r>
              <a:rPr dirty="0" sz="3200" spc="-360">
                <a:solidFill>
                  <a:srgbClr val="1E1C1C"/>
                </a:solidFill>
                <a:latin typeface="Calibri"/>
                <a:cs typeface="Calibri"/>
              </a:rPr>
              <a:t> </a:t>
            </a:r>
            <a:r>
              <a:rPr dirty="0" sz="3200" spc="-50">
                <a:solidFill>
                  <a:srgbClr val="1E1C1C"/>
                </a:solidFill>
                <a:latin typeface="Calibri"/>
                <a:cs typeface="Calibri"/>
              </a:rPr>
              <a:t>a </a:t>
            </a:r>
            <a:r>
              <a:rPr dirty="0" sz="3200" spc="-195">
                <a:solidFill>
                  <a:srgbClr val="1E1C1C"/>
                </a:solidFill>
                <a:latin typeface="Calibri"/>
                <a:cs typeface="Calibri"/>
              </a:rPr>
              <a:t>process</a:t>
            </a:r>
            <a:r>
              <a:rPr dirty="0" sz="3200" spc="-380">
                <a:solidFill>
                  <a:srgbClr val="1E1C1C"/>
                </a:solidFill>
                <a:latin typeface="Calibri"/>
                <a:cs typeface="Calibri"/>
              </a:rPr>
              <a:t> </a:t>
            </a:r>
            <a:r>
              <a:rPr dirty="0" sz="3200" spc="-105">
                <a:solidFill>
                  <a:srgbClr val="1E1C1C"/>
                </a:solidFill>
                <a:latin typeface="Calibri"/>
                <a:cs typeface="Calibri"/>
              </a:rPr>
              <a:t>of</a:t>
            </a:r>
            <a:r>
              <a:rPr dirty="0" sz="3200" spc="-380">
                <a:solidFill>
                  <a:srgbClr val="1E1C1C"/>
                </a:solidFill>
                <a:latin typeface="Calibri"/>
                <a:cs typeface="Calibri"/>
              </a:rPr>
              <a:t> </a:t>
            </a:r>
            <a:r>
              <a:rPr dirty="0" sz="3200" spc="-185">
                <a:solidFill>
                  <a:srgbClr val="1E1C1C"/>
                </a:solidFill>
                <a:latin typeface="Calibri"/>
                <a:cs typeface="Calibri"/>
              </a:rPr>
              <a:t>buying</a:t>
            </a:r>
            <a:r>
              <a:rPr dirty="0" sz="3200" spc="-409">
                <a:solidFill>
                  <a:srgbClr val="1E1C1C"/>
                </a:solidFill>
                <a:latin typeface="Calibri"/>
                <a:cs typeface="Calibri"/>
              </a:rPr>
              <a:t> </a:t>
            </a:r>
            <a:r>
              <a:rPr dirty="0" sz="3200" spc="-140">
                <a:solidFill>
                  <a:srgbClr val="1E1C1C"/>
                </a:solidFill>
                <a:latin typeface="Calibri"/>
                <a:cs typeface="Calibri"/>
              </a:rPr>
              <a:t>and</a:t>
            </a:r>
            <a:r>
              <a:rPr dirty="0" sz="3200" spc="-355">
                <a:solidFill>
                  <a:srgbClr val="1E1C1C"/>
                </a:solidFill>
                <a:latin typeface="Calibri"/>
                <a:cs typeface="Calibri"/>
              </a:rPr>
              <a:t> </a:t>
            </a:r>
            <a:r>
              <a:rPr dirty="0" sz="3200" spc="-195">
                <a:solidFill>
                  <a:srgbClr val="1E1C1C"/>
                </a:solidFill>
                <a:latin typeface="Calibri"/>
                <a:cs typeface="Calibri"/>
              </a:rPr>
              <a:t>selling</a:t>
            </a:r>
            <a:r>
              <a:rPr dirty="0" sz="3200" spc="-330">
                <a:solidFill>
                  <a:srgbClr val="1E1C1C"/>
                </a:solidFill>
                <a:latin typeface="Calibri"/>
                <a:cs typeface="Calibri"/>
              </a:rPr>
              <a:t> </a:t>
            </a:r>
            <a:r>
              <a:rPr dirty="0" sz="3200" spc="-140">
                <a:solidFill>
                  <a:srgbClr val="1E1C1C"/>
                </a:solidFill>
                <a:latin typeface="Calibri"/>
                <a:cs typeface="Calibri"/>
              </a:rPr>
              <a:t>or</a:t>
            </a:r>
            <a:r>
              <a:rPr dirty="0" sz="3200" spc="-345">
                <a:solidFill>
                  <a:srgbClr val="1E1C1C"/>
                </a:solidFill>
                <a:latin typeface="Calibri"/>
                <a:cs typeface="Calibri"/>
              </a:rPr>
              <a:t> </a:t>
            </a:r>
            <a:r>
              <a:rPr dirty="0" sz="3200" spc="-80">
                <a:solidFill>
                  <a:srgbClr val="1E1C1C"/>
                </a:solidFill>
                <a:latin typeface="Calibri"/>
                <a:cs typeface="Calibri"/>
              </a:rPr>
              <a:t>exchanging </a:t>
            </a:r>
            <a:r>
              <a:rPr dirty="0" sz="3200" spc="-195">
                <a:solidFill>
                  <a:srgbClr val="1E1C1C"/>
                </a:solidFill>
                <a:latin typeface="Calibri"/>
                <a:cs typeface="Calibri"/>
              </a:rPr>
              <a:t>products,</a:t>
            </a:r>
            <a:r>
              <a:rPr dirty="0" sz="3200" spc="-360">
                <a:solidFill>
                  <a:srgbClr val="1E1C1C"/>
                </a:solidFill>
                <a:latin typeface="Calibri"/>
                <a:cs typeface="Calibri"/>
              </a:rPr>
              <a:t> </a:t>
            </a:r>
            <a:r>
              <a:rPr dirty="0" sz="3200" spc="-195">
                <a:solidFill>
                  <a:srgbClr val="1E1C1C"/>
                </a:solidFill>
                <a:latin typeface="Calibri"/>
                <a:cs typeface="Calibri"/>
              </a:rPr>
              <a:t>services,</a:t>
            </a:r>
            <a:r>
              <a:rPr dirty="0" sz="3200" spc="-340">
                <a:solidFill>
                  <a:srgbClr val="1E1C1C"/>
                </a:solidFill>
                <a:latin typeface="Calibri"/>
                <a:cs typeface="Calibri"/>
              </a:rPr>
              <a:t> </a:t>
            </a:r>
            <a:r>
              <a:rPr dirty="0" sz="3200" spc="-155">
                <a:solidFill>
                  <a:srgbClr val="1E1C1C"/>
                </a:solidFill>
                <a:latin typeface="Calibri"/>
                <a:cs typeface="Calibri"/>
              </a:rPr>
              <a:t>and</a:t>
            </a:r>
            <a:r>
              <a:rPr dirty="0" sz="3200" spc="-360">
                <a:solidFill>
                  <a:srgbClr val="1E1C1C"/>
                </a:solidFill>
                <a:latin typeface="Calibri"/>
                <a:cs typeface="Calibri"/>
              </a:rPr>
              <a:t> </a:t>
            </a:r>
            <a:r>
              <a:rPr dirty="0" sz="3200" spc="-200">
                <a:solidFill>
                  <a:srgbClr val="1E1C1C"/>
                </a:solidFill>
                <a:latin typeface="Calibri"/>
                <a:cs typeface="Calibri"/>
              </a:rPr>
              <a:t>information</a:t>
            </a:r>
            <a:r>
              <a:rPr dirty="0" sz="3200" spc="-335">
                <a:solidFill>
                  <a:srgbClr val="1E1C1C"/>
                </a:solidFill>
                <a:latin typeface="Calibri"/>
                <a:cs typeface="Calibri"/>
              </a:rPr>
              <a:t> </a:t>
            </a:r>
            <a:r>
              <a:rPr dirty="0" sz="3200" spc="-10">
                <a:solidFill>
                  <a:srgbClr val="1E1C1C"/>
                </a:solidFill>
                <a:latin typeface="Calibri"/>
                <a:cs typeface="Calibri"/>
              </a:rPr>
              <a:t>using </a:t>
            </a:r>
            <a:r>
              <a:rPr dirty="0" sz="3200" spc="-195">
                <a:solidFill>
                  <a:srgbClr val="1E1C1C"/>
                </a:solidFill>
                <a:latin typeface="Calibri"/>
                <a:cs typeface="Calibri"/>
              </a:rPr>
              <a:t>electronic</a:t>
            </a:r>
            <a:r>
              <a:rPr dirty="0" sz="3200" spc="-415">
                <a:solidFill>
                  <a:srgbClr val="1E1C1C"/>
                </a:solidFill>
                <a:latin typeface="Calibri"/>
                <a:cs typeface="Calibri"/>
              </a:rPr>
              <a:t> </a:t>
            </a:r>
            <a:r>
              <a:rPr dirty="0" sz="3200" spc="-185">
                <a:solidFill>
                  <a:srgbClr val="1E1C1C"/>
                </a:solidFill>
                <a:latin typeface="Calibri"/>
                <a:cs typeface="Calibri"/>
              </a:rPr>
              <a:t>media.</a:t>
            </a:r>
            <a:r>
              <a:rPr dirty="0" sz="3200" spc="-380">
                <a:solidFill>
                  <a:srgbClr val="1E1C1C"/>
                </a:solidFill>
                <a:latin typeface="Calibri"/>
                <a:cs typeface="Calibri"/>
              </a:rPr>
              <a:t> </a:t>
            </a:r>
            <a:r>
              <a:rPr dirty="0" sz="3200">
                <a:solidFill>
                  <a:srgbClr val="1E1C1C"/>
                </a:solidFill>
                <a:latin typeface="Calibri"/>
                <a:cs typeface="Calibri"/>
              </a:rPr>
              <a:t>It</a:t>
            </a:r>
            <a:r>
              <a:rPr dirty="0" sz="3200" spc="-25">
                <a:solidFill>
                  <a:srgbClr val="1E1C1C"/>
                </a:solidFill>
                <a:latin typeface="Calibri"/>
                <a:cs typeface="Calibri"/>
              </a:rPr>
              <a:t> </a:t>
            </a:r>
            <a:r>
              <a:rPr dirty="0" sz="3200" spc="-35">
                <a:solidFill>
                  <a:srgbClr val="1E1C1C"/>
                </a:solidFill>
                <a:latin typeface="Calibri"/>
                <a:cs typeface="Calibri"/>
              </a:rPr>
              <a:t>encompasses</a:t>
            </a:r>
            <a:r>
              <a:rPr dirty="0" sz="3200" spc="-65">
                <a:solidFill>
                  <a:srgbClr val="1E1C1C"/>
                </a:solidFill>
                <a:latin typeface="Calibri"/>
                <a:cs typeface="Calibri"/>
              </a:rPr>
              <a:t> </a:t>
            </a:r>
            <a:r>
              <a:rPr dirty="0" sz="3200" spc="-10">
                <a:solidFill>
                  <a:srgbClr val="1E1C1C"/>
                </a:solidFill>
                <a:latin typeface="Calibri"/>
                <a:cs typeface="Calibri"/>
              </a:rPr>
              <a:t>various </a:t>
            </a:r>
            <a:r>
              <a:rPr dirty="0" sz="3200" spc="-40">
                <a:solidFill>
                  <a:srgbClr val="1E1C1C"/>
                </a:solidFill>
                <a:latin typeface="Calibri"/>
                <a:cs typeface="Calibri"/>
              </a:rPr>
              <a:t>transactions,</a:t>
            </a:r>
            <a:r>
              <a:rPr dirty="0" sz="3200" spc="-145">
                <a:solidFill>
                  <a:srgbClr val="1E1C1C"/>
                </a:solidFill>
                <a:latin typeface="Calibri"/>
                <a:cs typeface="Calibri"/>
              </a:rPr>
              <a:t> </a:t>
            </a:r>
            <a:r>
              <a:rPr dirty="0" sz="3200">
                <a:solidFill>
                  <a:srgbClr val="1E1C1C"/>
                </a:solidFill>
                <a:latin typeface="Calibri"/>
                <a:cs typeface="Calibri"/>
              </a:rPr>
              <a:t>including</a:t>
            </a:r>
            <a:r>
              <a:rPr dirty="0" sz="3200" spc="-60">
                <a:solidFill>
                  <a:srgbClr val="1E1C1C"/>
                </a:solidFill>
                <a:latin typeface="Calibri"/>
                <a:cs typeface="Calibri"/>
              </a:rPr>
              <a:t> </a:t>
            </a:r>
            <a:r>
              <a:rPr dirty="0" sz="3200" spc="-40">
                <a:solidFill>
                  <a:srgbClr val="1E1C1C"/>
                </a:solidFill>
                <a:latin typeface="Calibri"/>
                <a:cs typeface="Calibri"/>
              </a:rPr>
              <a:t>online</a:t>
            </a:r>
            <a:r>
              <a:rPr dirty="0" sz="3200" spc="-185">
                <a:solidFill>
                  <a:srgbClr val="1E1C1C"/>
                </a:solidFill>
                <a:latin typeface="Calibri"/>
                <a:cs typeface="Calibri"/>
              </a:rPr>
              <a:t> </a:t>
            </a:r>
            <a:r>
              <a:rPr dirty="0" sz="3200" spc="-10">
                <a:solidFill>
                  <a:srgbClr val="1E1C1C"/>
                </a:solidFill>
                <a:latin typeface="Calibri"/>
                <a:cs typeface="Calibri"/>
              </a:rPr>
              <a:t>shopping, </a:t>
            </a:r>
            <a:r>
              <a:rPr dirty="0" sz="3200" spc="-20">
                <a:solidFill>
                  <a:srgbClr val="1E1C1C"/>
                </a:solidFill>
                <a:latin typeface="Calibri"/>
                <a:cs typeface="Calibri"/>
              </a:rPr>
              <a:t>digital</a:t>
            </a:r>
            <a:r>
              <a:rPr dirty="0" sz="3200" spc="-110">
                <a:solidFill>
                  <a:srgbClr val="1E1C1C"/>
                </a:solidFill>
                <a:latin typeface="Calibri"/>
                <a:cs typeface="Calibri"/>
              </a:rPr>
              <a:t> </a:t>
            </a:r>
            <a:r>
              <a:rPr dirty="0" sz="3200" spc="-10">
                <a:solidFill>
                  <a:srgbClr val="1E1C1C"/>
                </a:solidFill>
                <a:latin typeface="Calibri"/>
                <a:cs typeface="Calibri"/>
              </a:rPr>
              <a:t>payments.</a:t>
            </a:r>
            <a:endParaRPr sz="3200">
              <a:latin typeface="Calibri"/>
              <a:cs typeface="Calibri"/>
            </a:endParaRPr>
          </a:p>
        </p:txBody>
      </p:sp>
      <p:pic>
        <p:nvPicPr>
          <p:cNvPr id="2097156" name="object 4"/>
          <p:cNvPicPr>
            <a:picLocks/>
          </p:cNvPicPr>
          <p:nvPr/>
        </p:nvPicPr>
        <p:blipFill>
          <a:blip xmlns:r="http://schemas.openxmlformats.org/officeDocument/2006/relationships" r:embed="rId1" cstate="print"/>
          <a:stretch>
            <a:fillRect/>
          </a:stretch>
        </p:blipFill>
        <p:spPr>
          <a:xfrm>
            <a:off x="8001000" y="781050"/>
            <a:ext cx="9915525" cy="7981950"/>
          </a:xfrm>
          <a:prstGeom prst="rect"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1500">
        <p14:window dir="ver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0" name="object 2"/>
          <p:cNvSpPr txBox="1">
            <a:spLocks noGrp="1"/>
          </p:cNvSpPr>
          <p:nvPr>
            <p:ph type="title"/>
          </p:nvPr>
        </p:nvSpPr>
        <p:spPr>
          <a:xfrm>
            <a:off x="654684" y="419163"/>
            <a:ext cx="17736670" cy="1092835"/>
          </a:xfrm>
          <a:prstGeom prst="rect"/>
        </p:spPr>
        <p:txBody>
          <a:bodyPr bIns="0" lIns="0" rIns="0" rtlCol="0" tIns="13335" vert="horz" wrap="square">
            <a:spAutoFit/>
          </a:bodyPr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7200" spc="-635"/>
              <a:t>A</a:t>
            </a:r>
            <a:r>
              <a:rPr dirty="0" sz="7200" spc="-615"/>
              <a:t>d</a:t>
            </a:r>
            <a:r>
              <a:rPr dirty="0" sz="7200" spc="-655"/>
              <a:t>v</a:t>
            </a:r>
            <a:r>
              <a:rPr dirty="0" sz="7200" spc="-630"/>
              <a:t>a</a:t>
            </a:r>
            <a:r>
              <a:rPr dirty="0" sz="7200" spc="-585"/>
              <a:t>n</a:t>
            </a:r>
            <a:r>
              <a:rPr dirty="0" sz="7200" spc="-690"/>
              <a:t>t</a:t>
            </a:r>
            <a:r>
              <a:rPr dirty="0" sz="7200" spc="-630"/>
              <a:t>a</a:t>
            </a:r>
            <a:r>
              <a:rPr dirty="0" sz="7200" spc="-595"/>
              <a:t>g</a:t>
            </a:r>
            <a:r>
              <a:rPr dirty="0" sz="7200" spc="-630"/>
              <a:t>e</a:t>
            </a:r>
            <a:r>
              <a:rPr dirty="0" sz="7200"/>
              <a:t>s</a:t>
            </a:r>
            <a:r>
              <a:rPr dirty="0" sz="7200" spc="-135"/>
              <a:t> </a:t>
            </a:r>
            <a:r>
              <a:rPr dirty="0" sz="7200" spc="-630"/>
              <a:t>a</a:t>
            </a:r>
            <a:r>
              <a:rPr dirty="0" sz="7200" spc="-655"/>
              <a:t>n</a:t>
            </a:r>
            <a:r>
              <a:rPr dirty="0" sz="7200"/>
              <a:t>d</a:t>
            </a:r>
            <a:r>
              <a:rPr dirty="0" sz="7200" spc="-90"/>
              <a:t> </a:t>
            </a:r>
            <a:r>
              <a:rPr dirty="0" sz="7200" spc="-610"/>
              <a:t>D</a:t>
            </a:r>
            <a:r>
              <a:rPr dirty="0" sz="7200" spc="-705"/>
              <a:t>i</a:t>
            </a:r>
            <a:r>
              <a:rPr dirty="0" sz="7200" spc="-575"/>
              <a:t>s</a:t>
            </a:r>
            <a:r>
              <a:rPr dirty="0" sz="7200" spc="-645"/>
              <a:t>a</a:t>
            </a:r>
            <a:r>
              <a:rPr dirty="0" sz="7200" spc="-700"/>
              <a:t>d</a:t>
            </a:r>
            <a:r>
              <a:rPr dirty="0" sz="7200" spc="-595"/>
              <a:t>v</a:t>
            </a:r>
            <a:r>
              <a:rPr dirty="0" sz="7200" spc="-645"/>
              <a:t>a</a:t>
            </a:r>
            <a:r>
              <a:rPr dirty="0" sz="7200" spc="-675"/>
              <a:t>n</a:t>
            </a:r>
            <a:r>
              <a:rPr dirty="0" sz="7200" spc="-625"/>
              <a:t>t</a:t>
            </a:r>
            <a:r>
              <a:rPr dirty="0" sz="7200" spc="-645"/>
              <a:t>a</a:t>
            </a:r>
            <a:r>
              <a:rPr dirty="0" sz="7200" spc="-685"/>
              <a:t>g</a:t>
            </a:r>
            <a:r>
              <a:rPr dirty="0" sz="7200" spc="-650"/>
              <a:t>e</a:t>
            </a:r>
            <a:r>
              <a:rPr dirty="0" sz="7200" spc="-10"/>
              <a:t>s</a:t>
            </a:r>
            <a:r>
              <a:rPr dirty="0" sz="7200" spc="-50"/>
              <a:t> </a:t>
            </a:r>
            <a:r>
              <a:rPr dirty="0" sz="7200" spc="-585"/>
              <a:t>o</a:t>
            </a:r>
            <a:r>
              <a:rPr dirty="0" sz="7200"/>
              <a:t>f</a:t>
            </a:r>
            <a:r>
              <a:rPr dirty="0" sz="7200" spc="-155"/>
              <a:t> </a:t>
            </a:r>
            <a:r>
              <a:rPr dirty="0" sz="7200" spc="-630"/>
              <a:t>E-</a:t>
            </a:r>
            <a:r>
              <a:rPr dirty="0" sz="7200" spc="-670"/>
              <a:t>C</a:t>
            </a:r>
            <a:r>
              <a:rPr dirty="0" sz="7200" spc="-770"/>
              <a:t>o</a:t>
            </a:r>
            <a:r>
              <a:rPr dirty="0" sz="7200" spc="-670"/>
              <a:t>m</a:t>
            </a:r>
            <a:r>
              <a:rPr dirty="0" sz="7200" spc="-740"/>
              <a:t>m</a:t>
            </a:r>
            <a:r>
              <a:rPr dirty="0" sz="7200" spc="-730"/>
              <a:t>e</a:t>
            </a:r>
            <a:r>
              <a:rPr dirty="0" sz="7200" spc="-725"/>
              <a:t>r</a:t>
            </a:r>
            <a:r>
              <a:rPr dirty="0" sz="7200" spc="-680"/>
              <a:t>c</a:t>
            </a:r>
            <a:r>
              <a:rPr dirty="0" sz="7200" spc="-20"/>
              <a:t>e</a:t>
            </a:r>
            <a:endParaRPr sz="7200"/>
          </a:p>
        </p:txBody>
      </p:sp>
      <p:sp>
        <p:nvSpPr>
          <p:cNvPr id="1048601" name="object 3" descr=""/>
          <p:cNvSpPr txBox="1"/>
          <p:nvPr/>
        </p:nvSpPr>
        <p:spPr>
          <a:xfrm>
            <a:off x="1101089" y="2078970"/>
            <a:ext cx="6318250" cy="6573520"/>
          </a:xfrm>
          <a:prstGeom prst="rect"/>
        </p:spPr>
        <p:txBody>
          <a:bodyPr bIns="0" lIns="0" rIns="0" rtlCol="0" tIns="186690" vert="horz" wrap="square">
            <a:spAutoFit/>
          </a:bodyPr>
          <a:p>
            <a:pPr marL="88900">
              <a:lnSpc>
                <a:spcPct val="100000"/>
              </a:lnSpc>
              <a:spcBef>
                <a:spcPts val="1470"/>
              </a:spcBef>
            </a:pPr>
            <a:r>
              <a:rPr b="1" dirty="0" sz="4400" spc="-10">
                <a:solidFill>
                  <a:srgbClr val="1E1C1C"/>
                </a:solidFill>
                <a:latin typeface="Calibri"/>
                <a:cs typeface="Calibri"/>
              </a:rPr>
              <a:t>Advantages:</a:t>
            </a:r>
            <a:endParaRPr sz="4400">
              <a:latin typeface="Calibri"/>
              <a:cs typeface="Calibri"/>
            </a:endParaRPr>
          </a:p>
          <a:p>
            <a:pPr indent="-269875" marL="358775">
              <a:lnSpc>
                <a:spcPct val="100000"/>
              </a:lnSpc>
              <a:spcBef>
                <a:spcPts val="875"/>
              </a:spcBef>
              <a:buFont typeface="Arial MT"/>
              <a:buChar char="•"/>
              <a:tabLst>
                <a:tab algn="l" pos="358775"/>
              </a:tabLst>
            </a:pPr>
            <a:r>
              <a:rPr dirty="0" sz="2750" spc="-10">
                <a:solidFill>
                  <a:srgbClr val="1E1C1C"/>
                </a:solidFill>
                <a:latin typeface="Calibri"/>
                <a:cs typeface="Calibri"/>
              </a:rPr>
              <a:t>Convenience</a:t>
            </a:r>
            <a:endParaRPr sz="2750">
              <a:latin typeface="Calibri"/>
              <a:cs typeface="Calibri"/>
            </a:endParaRPr>
          </a:p>
          <a:p>
            <a:pPr indent="-269875" marL="358775">
              <a:lnSpc>
                <a:spcPct val="100000"/>
              </a:lnSpc>
              <a:spcBef>
                <a:spcPts val="605"/>
              </a:spcBef>
              <a:buFont typeface="Arial MT"/>
              <a:buChar char="•"/>
              <a:tabLst>
                <a:tab algn="l" pos="358775"/>
              </a:tabLst>
            </a:pPr>
            <a:r>
              <a:rPr dirty="0" sz="2750">
                <a:solidFill>
                  <a:srgbClr val="1E1C1C"/>
                </a:solidFill>
                <a:latin typeface="Calibri"/>
                <a:cs typeface="Calibri"/>
              </a:rPr>
              <a:t>Global</a:t>
            </a:r>
            <a:r>
              <a:rPr dirty="0" sz="2750" spc="-155">
                <a:solidFill>
                  <a:srgbClr val="1E1C1C"/>
                </a:solidFill>
                <a:latin typeface="Calibri"/>
                <a:cs typeface="Calibri"/>
              </a:rPr>
              <a:t> </a:t>
            </a:r>
            <a:r>
              <a:rPr dirty="0" sz="2750" spc="-10">
                <a:solidFill>
                  <a:srgbClr val="1E1C1C"/>
                </a:solidFill>
                <a:latin typeface="Calibri"/>
                <a:cs typeface="Calibri"/>
              </a:rPr>
              <a:t>reach</a:t>
            </a:r>
            <a:endParaRPr sz="2750">
              <a:latin typeface="Calibri"/>
              <a:cs typeface="Calibri"/>
            </a:endParaRPr>
          </a:p>
          <a:p>
            <a:pPr indent="-342900" marL="431800">
              <a:lnSpc>
                <a:spcPct val="100000"/>
              </a:lnSpc>
              <a:spcBef>
                <a:spcPts val="605"/>
              </a:spcBef>
              <a:buFont typeface="Arial MT"/>
              <a:buChar char="•"/>
              <a:tabLst>
                <a:tab algn="l" pos="431800"/>
              </a:tabLst>
            </a:pPr>
            <a:r>
              <a:rPr dirty="0" sz="2750">
                <a:solidFill>
                  <a:srgbClr val="1E1C1C"/>
                </a:solidFill>
                <a:latin typeface="Calibri"/>
                <a:cs typeface="Calibri"/>
              </a:rPr>
              <a:t>Time</a:t>
            </a:r>
            <a:r>
              <a:rPr dirty="0" sz="2750" spc="-175">
                <a:solidFill>
                  <a:srgbClr val="1E1C1C"/>
                </a:solidFill>
                <a:latin typeface="Calibri"/>
                <a:cs typeface="Calibri"/>
              </a:rPr>
              <a:t> </a:t>
            </a:r>
            <a:r>
              <a:rPr dirty="0" sz="2750" spc="-10">
                <a:solidFill>
                  <a:srgbClr val="1E1C1C"/>
                </a:solidFill>
                <a:latin typeface="Calibri"/>
                <a:cs typeface="Calibri"/>
              </a:rPr>
              <a:t>saving</a:t>
            </a:r>
            <a:endParaRPr sz="2750">
              <a:latin typeface="Calibri"/>
              <a:cs typeface="Calibri"/>
            </a:endParaRPr>
          </a:p>
          <a:p>
            <a:pPr indent="-269875" marL="358775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algn="l" pos="358775"/>
              </a:tabLst>
            </a:pPr>
            <a:r>
              <a:rPr dirty="0" sz="2750">
                <a:solidFill>
                  <a:srgbClr val="1E1C1C"/>
                </a:solidFill>
                <a:latin typeface="Calibri"/>
                <a:cs typeface="Calibri"/>
              </a:rPr>
              <a:t>24/7</a:t>
            </a:r>
            <a:r>
              <a:rPr dirty="0" sz="2750" spc="-60">
                <a:solidFill>
                  <a:srgbClr val="1E1C1C"/>
                </a:solidFill>
                <a:latin typeface="Calibri"/>
                <a:cs typeface="Calibri"/>
              </a:rPr>
              <a:t> </a:t>
            </a:r>
            <a:r>
              <a:rPr dirty="0" sz="2750" spc="-10">
                <a:solidFill>
                  <a:srgbClr val="1E1C1C"/>
                </a:solidFill>
                <a:latin typeface="Calibri"/>
                <a:cs typeface="Calibri"/>
              </a:rPr>
              <a:t>availability</a:t>
            </a:r>
            <a:endParaRPr sz="2750">
              <a:latin typeface="Calibri"/>
              <a:cs typeface="Calibri"/>
            </a:endParaRPr>
          </a:p>
          <a:p>
            <a:pPr indent="-269875" marL="358775" marR="3871595">
              <a:lnSpc>
                <a:spcPct val="100000"/>
              </a:lnSpc>
              <a:spcBef>
                <a:spcPts val="680"/>
              </a:spcBef>
              <a:buFont typeface="Arial MT"/>
              <a:buChar char="•"/>
              <a:tabLst>
                <a:tab algn="l" pos="358775"/>
              </a:tabLst>
            </a:pPr>
            <a:r>
              <a:rPr dirty="0" sz="2750">
                <a:solidFill>
                  <a:srgbClr val="1E1C1C"/>
                </a:solidFill>
                <a:latin typeface="Calibri"/>
                <a:cs typeface="Calibri"/>
              </a:rPr>
              <a:t>Wider</a:t>
            </a:r>
            <a:r>
              <a:rPr dirty="0" sz="2750" spc="-20">
                <a:solidFill>
                  <a:srgbClr val="1E1C1C"/>
                </a:solidFill>
                <a:latin typeface="Calibri"/>
                <a:cs typeface="Calibri"/>
              </a:rPr>
              <a:t> </a:t>
            </a:r>
            <a:r>
              <a:rPr dirty="0" sz="2750" spc="-10">
                <a:solidFill>
                  <a:srgbClr val="1E1C1C"/>
                </a:solidFill>
                <a:latin typeface="Calibri"/>
                <a:cs typeface="Calibri"/>
              </a:rPr>
              <a:t>product choice</a:t>
            </a:r>
            <a:endParaRPr sz="27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10"/>
              </a:spcBef>
            </a:pPr>
            <a:r>
              <a:rPr b="1" dirty="0" sz="4400" spc="-10">
                <a:latin typeface="Arial"/>
                <a:cs typeface="Arial"/>
              </a:rPr>
              <a:t>Disadvantages:</a:t>
            </a:r>
            <a:endParaRPr sz="4400">
              <a:latin typeface="Arial"/>
              <a:cs typeface="Arial"/>
            </a:endParaRPr>
          </a:p>
          <a:p>
            <a:pPr indent="-342900" marL="355600">
              <a:lnSpc>
                <a:spcPct val="100000"/>
              </a:lnSpc>
              <a:spcBef>
                <a:spcPts val="125"/>
              </a:spcBef>
              <a:buChar char="•"/>
              <a:tabLst>
                <a:tab algn="l" pos="355600"/>
              </a:tabLst>
            </a:pPr>
            <a:r>
              <a:rPr dirty="0" sz="2450">
                <a:latin typeface="Arial MT"/>
                <a:cs typeface="Arial MT"/>
              </a:rPr>
              <a:t>S</a:t>
            </a:r>
            <a:r>
              <a:rPr dirty="0" sz="2750">
                <a:latin typeface="Arial MT"/>
                <a:cs typeface="Arial MT"/>
              </a:rPr>
              <a:t>ecurity</a:t>
            </a:r>
            <a:r>
              <a:rPr dirty="0" sz="2750" spc="130">
                <a:latin typeface="Arial MT"/>
                <a:cs typeface="Arial MT"/>
              </a:rPr>
              <a:t> </a:t>
            </a:r>
            <a:r>
              <a:rPr dirty="0" sz="2750">
                <a:latin typeface="Arial MT"/>
                <a:cs typeface="Arial MT"/>
              </a:rPr>
              <a:t>&amp;</a:t>
            </a:r>
            <a:r>
              <a:rPr dirty="0" sz="2750" spc="110">
                <a:latin typeface="Arial MT"/>
                <a:cs typeface="Arial MT"/>
              </a:rPr>
              <a:t> </a:t>
            </a:r>
            <a:r>
              <a:rPr dirty="0" sz="2750">
                <a:latin typeface="Arial MT"/>
                <a:cs typeface="Arial MT"/>
              </a:rPr>
              <a:t>privacy</a:t>
            </a:r>
            <a:r>
              <a:rPr dirty="0" sz="2750" spc="125">
                <a:latin typeface="Arial MT"/>
                <a:cs typeface="Arial MT"/>
              </a:rPr>
              <a:t> </a:t>
            </a:r>
            <a:r>
              <a:rPr dirty="0" sz="2750" spc="-10">
                <a:latin typeface="Arial MT"/>
                <a:cs typeface="Arial MT"/>
              </a:rPr>
              <a:t>risks</a:t>
            </a:r>
            <a:endParaRPr sz="2750">
              <a:latin typeface="Arial MT"/>
              <a:cs typeface="Arial MT"/>
            </a:endParaRPr>
          </a:p>
          <a:p>
            <a:pPr indent="-342900" marL="355600">
              <a:lnSpc>
                <a:spcPct val="100000"/>
              </a:lnSpc>
              <a:spcBef>
                <a:spcPts val="75"/>
              </a:spcBef>
              <a:buChar char="•"/>
              <a:tabLst>
                <a:tab algn="l" pos="355600"/>
              </a:tabLst>
            </a:pPr>
            <a:r>
              <a:rPr dirty="0" sz="2750">
                <a:latin typeface="Arial MT"/>
                <a:cs typeface="Arial MT"/>
              </a:rPr>
              <a:t>No</a:t>
            </a:r>
            <a:r>
              <a:rPr dirty="0" sz="2750" spc="114">
                <a:latin typeface="Arial MT"/>
                <a:cs typeface="Arial MT"/>
              </a:rPr>
              <a:t> </a:t>
            </a:r>
            <a:r>
              <a:rPr dirty="0" sz="2750">
                <a:latin typeface="Arial MT"/>
                <a:cs typeface="Arial MT"/>
              </a:rPr>
              <a:t>physical</a:t>
            </a:r>
            <a:r>
              <a:rPr dirty="0" sz="2750" spc="145">
                <a:latin typeface="Arial MT"/>
                <a:cs typeface="Arial MT"/>
              </a:rPr>
              <a:t> </a:t>
            </a:r>
            <a:r>
              <a:rPr dirty="0" sz="2750" spc="-10">
                <a:latin typeface="Arial MT"/>
                <a:cs typeface="Arial MT"/>
              </a:rPr>
              <a:t>inspection</a:t>
            </a:r>
            <a:endParaRPr sz="2750">
              <a:latin typeface="Arial MT"/>
              <a:cs typeface="Arial MT"/>
            </a:endParaRPr>
          </a:p>
          <a:p>
            <a:pPr indent="-342900" marL="355600">
              <a:lnSpc>
                <a:spcPct val="100000"/>
              </a:lnSpc>
              <a:spcBef>
                <a:spcPts val="5"/>
              </a:spcBef>
              <a:buChar char="•"/>
              <a:tabLst>
                <a:tab algn="l" pos="355600"/>
              </a:tabLst>
            </a:pPr>
            <a:r>
              <a:rPr dirty="0" sz="2750">
                <a:latin typeface="Arial MT"/>
                <a:cs typeface="Arial MT"/>
              </a:rPr>
              <a:t>Delivery</a:t>
            </a:r>
            <a:r>
              <a:rPr dirty="0" sz="2750" spc="185">
                <a:latin typeface="Arial MT"/>
                <a:cs typeface="Arial MT"/>
              </a:rPr>
              <a:t> </a:t>
            </a:r>
            <a:r>
              <a:rPr dirty="0" sz="2750" spc="-10">
                <a:latin typeface="Arial MT"/>
                <a:cs typeface="Arial MT"/>
              </a:rPr>
              <a:t>issues</a:t>
            </a:r>
            <a:endParaRPr sz="2750">
              <a:latin typeface="Arial MT"/>
              <a:cs typeface="Arial MT"/>
            </a:endParaRPr>
          </a:p>
          <a:p>
            <a:pPr indent="-342900" marL="355600">
              <a:lnSpc>
                <a:spcPct val="100000"/>
              </a:lnSpc>
              <a:spcBef>
                <a:spcPts val="80"/>
              </a:spcBef>
              <a:buChar char="•"/>
              <a:tabLst>
                <a:tab algn="l" pos="355600"/>
              </a:tabLst>
            </a:pPr>
            <a:r>
              <a:rPr dirty="0" sz="2750">
                <a:latin typeface="Arial MT"/>
                <a:cs typeface="Arial MT"/>
              </a:rPr>
              <a:t>Dependence</a:t>
            </a:r>
            <a:r>
              <a:rPr dirty="0" sz="2750" spc="125">
                <a:latin typeface="Arial MT"/>
                <a:cs typeface="Arial MT"/>
              </a:rPr>
              <a:t> </a:t>
            </a:r>
            <a:r>
              <a:rPr dirty="0" sz="2750">
                <a:latin typeface="Arial MT"/>
                <a:cs typeface="Arial MT"/>
              </a:rPr>
              <a:t>on</a:t>
            </a:r>
            <a:r>
              <a:rPr dirty="0" sz="2750" spc="120">
                <a:latin typeface="Arial MT"/>
                <a:cs typeface="Arial MT"/>
              </a:rPr>
              <a:t> </a:t>
            </a:r>
            <a:r>
              <a:rPr dirty="0" sz="2750">
                <a:latin typeface="Arial MT"/>
                <a:cs typeface="Arial MT"/>
              </a:rPr>
              <a:t>internet</a:t>
            </a:r>
            <a:r>
              <a:rPr dirty="0" sz="2750" spc="155">
                <a:latin typeface="Arial MT"/>
                <a:cs typeface="Arial MT"/>
              </a:rPr>
              <a:t> </a:t>
            </a:r>
            <a:r>
              <a:rPr dirty="0" sz="2750">
                <a:latin typeface="Arial MT"/>
                <a:cs typeface="Arial MT"/>
              </a:rPr>
              <a:t>&amp;</a:t>
            </a:r>
            <a:r>
              <a:rPr dirty="0" sz="2750" spc="114">
                <a:latin typeface="Arial MT"/>
                <a:cs typeface="Arial MT"/>
              </a:rPr>
              <a:t> </a:t>
            </a:r>
            <a:r>
              <a:rPr dirty="0" sz="2750" spc="-10">
                <a:latin typeface="Arial MT"/>
                <a:cs typeface="Arial MT"/>
              </a:rPr>
              <a:t>technology</a:t>
            </a:r>
            <a:endParaRPr sz="2750">
              <a:latin typeface="Arial MT"/>
              <a:cs typeface="Arial MT"/>
            </a:endParaRPr>
          </a:p>
          <a:p>
            <a:pPr indent="-342900" marL="355600">
              <a:lnSpc>
                <a:spcPct val="100000"/>
              </a:lnSpc>
              <a:spcBef>
                <a:spcPts val="75"/>
              </a:spcBef>
              <a:buChar char="•"/>
              <a:tabLst>
                <a:tab algn="l" pos="355600"/>
              </a:tabLst>
            </a:pPr>
            <a:r>
              <a:rPr dirty="0" sz="2750">
                <a:latin typeface="Arial MT"/>
                <a:cs typeface="Arial MT"/>
              </a:rPr>
              <a:t>Limited</a:t>
            </a:r>
            <a:r>
              <a:rPr dirty="0" sz="2750" spc="155">
                <a:latin typeface="Arial MT"/>
                <a:cs typeface="Arial MT"/>
              </a:rPr>
              <a:t> </a:t>
            </a:r>
            <a:r>
              <a:rPr dirty="0" sz="2750">
                <a:latin typeface="Arial MT"/>
                <a:cs typeface="Arial MT"/>
              </a:rPr>
              <a:t>customer</a:t>
            </a:r>
            <a:r>
              <a:rPr dirty="0" sz="2750" spc="185">
                <a:latin typeface="Arial MT"/>
                <a:cs typeface="Arial MT"/>
              </a:rPr>
              <a:t> </a:t>
            </a:r>
            <a:r>
              <a:rPr dirty="0" sz="2750" spc="-20">
                <a:latin typeface="Arial MT"/>
                <a:cs typeface="Arial MT"/>
              </a:rPr>
              <a:t>trust</a:t>
            </a:r>
            <a:endParaRPr sz="2750">
              <a:latin typeface="Arial MT"/>
              <a:cs typeface="Arial MT"/>
            </a:endParaRPr>
          </a:p>
          <a:p>
            <a:pPr indent="-342900" marL="355600">
              <a:lnSpc>
                <a:spcPct val="100000"/>
              </a:lnSpc>
              <a:spcBef>
                <a:spcPts val="80"/>
              </a:spcBef>
              <a:buChar char="•"/>
              <a:tabLst>
                <a:tab algn="l" pos="355600"/>
              </a:tabLst>
            </a:pPr>
            <a:r>
              <a:rPr dirty="0" sz="2750">
                <a:latin typeface="Arial MT"/>
                <a:cs typeface="Arial MT"/>
              </a:rPr>
              <a:t>Returns</a:t>
            </a:r>
            <a:r>
              <a:rPr dirty="0" sz="2750" spc="105">
                <a:latin typeface="Arial MT"/>
                <a:cs typeface="Arial MT"/>
              </a:rPr>
              <a:t> </a:t>
            </a:r>
            <a:r>
              <a:rPr dirty="0" sz="2750">
                <a:latin typeface="Arial MT"/>
                <a:cs typeface="Arial MT"/>
              </a:rPr>
              <a:t>can</a:t>
            </a:r>
            <a:r>
              <a:rPr dirty="0" sz="2750" spc="100">
                <a:latin typeface="Arial MT"/>
                <a:cs typeface="Arial MT"/>
              </a:rPr>
              <a:t> </a:t>
            </a:r>
            <a:r>
              <a:rPr dirty="0" sz="2750">
                <a:latin typeface="Arial MT"/>
                <a:cs typeface="Arial MT"/>
              </a:rPr>
              <a:t>be</a:t>
            </a:r>
            <a:r>
              <a:rPr dirty="0" sz="2750" spc="100">
                <a:latin typeface="Arial MT"/>
                <a:cs typeface="Arial MT"/>
              </a:rPr>
              <a:t> </a:t>
            </a:r>
            <a:r>
              <a:rPr dirty="0" sz="2750" spc="-10">
                <a:latin typeface="Arial MT"/>
                <a:cs typeface="Arial MT"/>
              </a:rPr>
              <a:t>inconvenient</a:t>
            </a:r>
            <a:endParaRPr sz="2750">
              <a:latin typeface="Arial MT"/>
              <a:cs typeface="Arial MT"/>
            </a:endParaRPr>
          </a:p>
        </p:txBody>
      </p:sp>
      <p:pic>
        <p:nvPicPr>
          <p:cNvPr id="2097157" name="object 4"/>
          <p:cNvPicPr>
            <a:picLocks/>
          </p:cNvPicPr>
          <p:nvPr/>
        </p:nvPicPr>
        <p:blipFill>
          <a:blip xmlns:r="http://schemas.openxmlformats.org/officeDocument/2006/relationships" r:embed="rId1" cstate="print"/>
          <a:stretch>
            <a:fillRect/>
          </a:stretch>
        </p:blipFill>
        <p:spPr>
          <a:xfrm>
            <a:off x="8429625" y="2867025"/>
            <a:ext cx="9020175" cy="6181725"/>
          </a:xfrm>
          <a:prstGeom prst="rect"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1500">
        <p14:window dir="ver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bIns="0" lIns="0" rIns="0" rtlCol="0" tIns="16510" vert="horz" wrap="square">
            <a:spAutoFit/>
          </a:bodyPr>
          <a:p>
            <a:pPr marL="12700">
              <a:lnSpc>
                <a:spcPts val="9190"/>
              </a:lnSpc>
              <a:spcBef>
                <a:spcPts val="130"/>
              </a:spcBef>
            </a:pPr>
            <a:r>
              <a:rPr dirty="0" spc="-345"/>
              <a:t>About</a:t>
            </a:r>
          </a:p>
          <a:p>
            <a:pPr marL="460375">
              <a:lnSpc>
                <a:spcPts val="9190"/>
              </a:lnSpc>
            </a:pPr>
            <a:r>
              <a:rPr dirty="0" spc="-405"/>
              <a:t>E-</a:t>
            </a:r>
            <a:r>
              <a:rPr dirty="0" spc="-345"/>
              <a:t>Medicine</a:t>
            </a:r>
          </a:p>
        </p:txBody>
      </p:sp>
      <p:sp>
        <p:nvSpPr>
          <p:cNvPr id="1048603" name="object 3" descr=""/>
          <p:cNvSpPr txBox="1"/>
          <p:nvPr/>
        </p:nvSpPr>
        <p:spPr>
          <a:xfrm>
            <a:off x="641984" y="3823906"/>
            <a:ext cx="6487795" cy="2086484"/>
          </a:xfrm>
          <a:prstGeom prst="rect"/>
        </p:spPr>
        <p:txBody>
          <a:bodyPr bIns="0" lIns="0" rIns="0" rtlCol="0" tIns="5715" vert="horz" wrap="square">
            <a:spAutoFit/>
          </a:bodyPr>
          <a:p>
            <a:pPr marL="12700" marR="5080">
              <a:lnSpc>
                <a:spcPct val="102400"/>
              </a:lnSpc>
              <a:spcBef>
                <a:spcPts val="45"/>
              </a:spcBef>
            </a:pPr>
            <a:r>
              <a:rPr dirty="0" sz="2750">
                <a:solidFill>
                  <a:srgbClr val="1E1C1C"/>
                </a:solidFill>
                <a:latin typeface="Arial MT"/>
                <a:cs typeface="Arial MT"/>
              </a:rPr>
              <a:t>E-Medicine</a:t>
            </a:r>
            <a:r>
              <a:rPr dirty="0" sz="2750" spc="65">
                <a:solidFill>
                  <a:srgbClr val="1E1C1C"/>
                </a:solidFill>
                <a:latin typeface="Arial MT"/>
                <a:cs typeface="Arial MT"/>
              </a:rPr>
              <a:t> </a:t>
            </a:r>
            <a:r>
              <a:rPr dirty="0" sz="2750">
                <a:solidFill>
                  <a:srgbClr val="1E1C1C"/>
                </a:solidFill>
                <a:latin typeface="Arial MT"/>
                <a:cs typeface="Arial MT"/>
              </a:rPr>
              <a:t>is</a:t>
            </a:r>
            <a:r>
              <a:rPr dirty="0" sz="2750" spc="80">
                <a:solidFill>
                  <a:srgbClr val="1E1C1C"/>
                </a:solidFill>
                <a:latin typeface="Arial MT"/>
                <a:cs typeface="Arial MT"/>
              </a:rPr>
              <a:t> </a:t>
            </a:r>
            <a:r>
              <a:rPr dirty="0" sz="2750">
                <a:solidFill>
                  <a:srgbClr val="1E1C1C"/>
                </a:solidFill>
                <a:latin typeface="Arial MT"/>
                <a:cs typeface="Arial MT"/>
              </a:rPr>
              <a:t>an</a:t>
            </a:r>
            <a:r>
              <a:rPr dirty="0" sz="2750" spc="70">
                <a:solidFill>
                  <a:srgbClr val="1E1C1C"/>
                </a:solidFill>
                <a:latin typeface="Arial MT"/>
                <a:cs typeface="Arial MT"/>
              </a:rPr>
              <a:t> </a:t>
            </a:r>
            <a:r>
              <a:rPr dirty="0" sz="2750">
                <a:solidFill>
                  <a:srgbClr val="1E1C1C"/>
                </a:solidFill>
                <a:latin typeface="Arial MT"/>
                <a:cs typeface="Arial MT"/>
              </a:rPr>
              <a:t>online</a:t>
            </a:r>
            <a:r>
              <a:rPr dirty="0" sz="2750" spc="40">
                <a:solidFill>
                  <a:srgbClr val="1E1C1C"/>
                </a:solidFill>
                <a:latin typeface="Arial MT"/>
                <a:cs typeface="Arial MT"/>
              </a:rPr>
              <a:t> </a:t>
            </a:r>
            <a:r>
              <a:rPr dirty="0" sz="2750">
                <a:solidFill>
                  <a:srgbClr val="1E1C1C"/>
                </a:solidFill>
                <a:latin typeface="Arial MT"/>
                <a:cs typeface="Arial MT"/>
              </a:rPr>
              <a:t>clinical</a:t>
            </a:r>
            <a:r>
              <a:rPr dirty="0" sz="2750" spc="25">
                <a:solidFill>
                  <a:srgbClr val="1E1C1C"/>
                </a:solidFill>
                <a:latin typeface="Arial MT"/>
                <a:cs typeface="Arial MT"/>
              </a:rPr>
              <a:t> </a:t>
            </a:r>
            <a:r>
              <a:rPr dirty="0" sz="2750" spc="-10">
                <a:solidFill>
                  <a:srgbClr val="1E1C1C"/>
                </a:solidFill>
                <a:latin typeface="Arial MT"/>
                <a:cs typeface="Arial MT"/>
              </a:rPr>
              <a:t>medical </a:t>
            </a:r>
            <a:r>
              <a:rPr dirty="0" sz="2750">
                <a:solidFill>
                  <a:srgbClr val="1E1C1C"/>
                </a:solidFill>
                <a:latin typeface="Arial MT"/>
                <a:cs typeface="Arial MT"/>
              </a:rPr>
              <a:t>knowledge</a:t>
            </a:r>
            <a:r>
              <a:rPr dirty="0" sz="2750" spc="80">
                <a:solidFill>
                  <a:srgbClr val="1E1C1C"/>
                </a:solidFill>
                <a:latin typeface="Arial MT"/>
                <a:cs typeface="Arial MT"/>
              </a:rPr>
              <a:t> </a:t>
            </a:r>
            <a:r>
              <a:rPr dirty="0" sz="2750">
                <a:solidFill>
                  <a:srgbClr val="1E1C1C"/>
                </a:solidFill>
                <a:latin typeface="Arial MT"/>
                <a:cs typeface="Arial MT"/>
              </a:rPr>
              <a:t>database,</a:t>
            </a:r>
            <a:r>
              <a:rPr dirty="0" sz="2750" spc="70">
                <a:solidFill>
                  <a:srgbClr val="1E1C1C"/>
                </a:solidFill>
                <a:latin typeface="Arial MT"/>
                <a:cs typeface="Arial MT"/>
              </a:rPr>
              <a:t> </a:t>
            </a:r>
            <a:r>
              <a:rPr dirty="0" sz="2750">
                <a:solidFill>
                  <a:srgbClr val="1E1C1C"/>
                </a:solidFill>
                <a:latin typeface="Arial MT"/>
                <a:cs typeface="Arial MT"/>
              </a:rPr>
              <a:t>which</a:t>
            </a:r>
            <a:r>
              <a:rPr dirty="0" sz="2750" spc="90">
                <a:solidFill>
                  <a:srgbClr val="1E1C1C"/>
                </a:solidFill>
                <a:latin typeface="Arial MT"/>
                <a:cs typeface="Arial MT"/>
              </a:rPr>
              <a:t> </a:t>
            </a:r>
            <a:r>
              <a:rPr dirty="0" sz="2750">
                <a:solidFill>
                  <a:srgbClr val="1E1C1C"/>
                </a:solidFill>
                <a:latin typeface="Arial MT"/>
                <a:cs typeface="Arial MT"/>
              </a:rPr>
              <a:t>is</a:t>
            </a:r>
            <a:r>
              <a:rPr dirty="0" sz="2750" spc="95">
                <a:solidFill>
                  <a:srgbClr val="1E1C1C"/>
                </a:solidFill>
                <a:latin typeface="Arial MT"/>
                <a:cs typeface="Arial MT"/>
              </a:rPr>
              <a:t> </a:t>
            </a:r>
            <a:r>
              <a:rPr dirty="0" sz="2750" spc="-25">
                <a:solidFill>
                  <a:srgbClr val="1E1C1C"/>
                </a:solidFill>
                <a:latin typeface="Arial MT"/>
                <a:cs typeface="Arial MT"/>
              </a:rPr>
              <a:t>an </a:t>
            </a:r>
            <a:r>
              <a:rPr dirty="0" sz="2750">
                <a:solidFill>
                  <a:srgbClr val="1E1C1C"/>
                </a:solidFill>
                <a:latin typeface="Arial MT"/>
                <a:cs typeface="Arial MT"/>
              </a:rPr>
              <a:t>approach</a:t>
            </a:r>
            <a:r>
              <a:rPr dirty="0" sz="2750" spc="110">
                <a:solidFill>
                  <a:srgbClr val="1E1C1C"/>
                </a:solidFill>
                <a:latin typeface="Arial MT"/>
                <a:cs typeface="Arial MT"/>
              </a:rPr>
              <a:t> </a:t>
            </a:r>
            <a:r>
              <a:rPr dirty="0" sz="2750">
                <a:solidFill>
                  <a:srgbClr val="1E1C1C"/>
                </a:solidFill>
                <a:latin typeface="Arial MT"/>
                <a:cs typeface="Arial MT"/>
              </a:rPr>
              <a:t>to</a:t>
            </a:r>
            <a:r>
              <a:rPr dirty="0" sz="2750" spc="35">
                <a:solidFill>
                  <a:srgbClr val="1E1C1C"/>
                </a:solidFill>
                <a:latin typeface="Arial MT"/>
                <a:cs typeface="Arial MT"/>
              </a:rPr>
              <a:t> </a:t>
            </a:r>
            <a:r>
              <a:rPr dirty="0" sz="2750">
                <a:solidFill>
                  <a:srgbClr val="1E1C1C"/>
                </a:solidFill>
                <a:latin typeface="Arial MT"/>
                <a:cs typeface="Arial MT"/>
              </a:rPr>
              <a:t>providing</a:t>
            </a:r>
            <a:r>
              <a:rPr dirty="0" sz="2750" spc="125">
                <a:solidFill>
                  <a:srgbClr val="1E1C1C"/>
                </a:solidFill>
                <a:latin typeface="Arial MT"/>
                <a:cs typeface="Arial MT"/>
              </a:rPr>
              <a:t> </a:t>
            </a:r>
            <a:r>
              <a:rPr dirty="0" sz="2750">
                <a:solidFill>
                  <a:srgbClr val="1E1C1C"/>
                </a:solidFill>
                <a:latin typeface="Arial MT"/>
                <a:cs typeface="Arial MT"/>
              </a:rPr>
              <a:t>health</a:t>
            </a:r>
            <a:r>
              <a:rPr dirty="0" sz="2750" spc="90">
                <a:solidFill>
                  <a:srgbClr val="1E1C1C"/>
                </a:solidFill>
                <a:latin typeface="Arial MT"/>
                <a:cs typeface="Arial MT"/>
              </a:rPr>
              <a:t> </a:t>
            </a:r>
            <a:r>
              <a:rPr dirty="0" sz="2750">
                <a:solidFill>
                  <a:srgbClr val="1E1C1C"/>
                </a:solidFill>
                <a:latin typeface="Arial MT"/>
                <a:cs typeface="Arial MT"/>
              </a:rPr>
              <a:t>care</a:t>
            </a:r>
            <a:r>
              <a:rPr dirty="0" sz="2750" spc="120">
                <a:solidFill>
                  <a:srgbClr val="1E1C1C"/>
                </a:solidFill>
                <a:latin typeface="Arial MT"/>
                <a:cs typeface="Arial MT"/>
              </a:rPr>
              <a:t> </a:t>
            </a:r>
            <a:r>
              <a:rPr dirty="0" sz="2750" spc="-10">
                <a:solidFill>
                  <a:srgbClr val="1E1C1C"/>
                </a:solidFill>
                <a:latin typeface="Arial MT"/>
                <a:cs typeface="Arial MT"/>
              </a:rPr>
              <a:t>service </a:t>
            </a:r>
            <a:r>
              <a:rPr dirty="0" sz="2750">
                <a:solidFill>
                  <a:srgbClr val="1E1C1C"/>
                </a:solidFill>
                <a:latin typeface="Arial MT"/>
                <a:cs typeface="Arial MT"/>
              </a:rPr>
              <a:t>to</a:t>
            </a:r>
            <a:r>
              <a:rPr dirty="0" sz="2750" spc="70">
                <a:solidFill>
                  <a:srgbClr val="1E1C1C"/>
                </a:solidFill>
                <a:latin typeface="Arial MT"/>
                <a:cs typeface="Arial MT"/>
              </a:rPr>
              <a:t> </a:t>
            </a:r>
            <a:r>
              <a:rPr dirty="0" sz="2750">
                <a:solidFill>
                  <a:srgbClr val="1E1C1C"/>
                </a:solidFill>
                <a:latin typeface="Arial MT"/>
                <a:cs typeface="Arial MT"/>
              </a:rPr>
              <a:t>a</a:t>
            </a:r>
            <a:r>
              <a:rPr dirty="0" sz="2750" spc="75">
                <a:solidFill>
                  <a:srgbClr val="1E1C1C"/>
                </a:solidFill>
                <a:latin typeface="Arial MT"/>
                <a:cs typeface="Arial MT"/>
              </a:rPr>
              <a:t> </a:t>
            </a:r>
            <a:r>
              <a:rPr dirty="0" sz="2750">
                <a:solidFill>
                  <a:srgbClr val="1E1C1C"/>
                </a:solidFill>
                <a:latin typeface="Arial MT"/>
                <a:cs typeface="Arial MT"/>
              </a:rPr>
              <a:t>large</a:t>
            </a:r>
            <a:r>
              <a:rPr dirty="0" sz="2750" spc="80">
                <a:solidFill>
                  <a:srgbClr val="1E1C1C"/>
                </a:solidFill>
                <a:latin typeface="Arial MT"/>
                <a:cs typeface="Arial MT"/>
              </a:rPr>
              <a:t> </a:t>
            </a:r>
            <a:r>
              <a:rPr dirty="0" sz="2750">
                <a:solidFill>
                  <a:srgbClr val="1E1C1C"/>
                </a:solidFill>
                <a:latin typeface="Arial MT"/>
                <a:cs typeface="Arial MT"/>
              </a:rPr>
              <a:t>number</a:t>
            </a:r>
            <a:r>
              <a:rPr dirty="0" sz="2750" spc="20">
                <a:solidFill>
                  <a:srgbClr val="1E1C1C"/>
                </a:solidFill>
                <a:latin typeface="Arial MT"/>
                <a:cs typeface="Arial MT"/>
              </a:rPr>
              <a:t> </a:t>
            </a:r>
            <a:r>
              <a:rPr dirty="0" sz="2750">
                <a:solidFill>
                  <a:srgbClr val="1E1C1C"/>
                </a:solidFill>
                <a:latin typeface="Arial MT"/>
                <a:cs typeface="Arial MT"/>
              </a:rPr>
              <a:t>of</a:t>
            </a:r>
            <a:r>
              <a:rPr dirty="0" sz="2750" spc="100">
                <a:solidFill>
                  <a:srgbClr val="1E1C1C"/>
                </a:solidFill>
                <a:latin typeface="Arial MT"/>
                <a:cs typeface="Arial MT"/>
              </a:rPr>
              <a:t> </a:t>
            </a:r>
            <a:r>
              <a:rPr dirty="0" sz="2750">
                <a:solidFill>
                  <a:srgbClr val="1E1C1C"/>
                </a:solidFill>
                <a:latin typeface="Arial MT"/>
                <a:cs typeface="Arial MT"/>
              </a:rPr>
              <a:t>people</a:t>
            </a:r>
            <a:r>
              <a:rPr dirty="0" sz="2750" spc="85">
                <a:solidFill>
                  <a:srgbClr val="1E1C1C"/>
                </a:solidFill>
                <a:latin typeface="Arial MT"/>
                <a:cs typeface="Arial MT"/>
              </a:rPr>
              <a:t> </a:t>
            </a:r>
            <a:r>
              <a:rPr dirty="0" sz="2750">
                <a:solidFill>
                  <a:srgbClr val="1E1C1C"/>
                </a:solidFill>
                <a:latin typeface="Arial MT"/>
                <a:cs typeface="Arial MT"/>
              </a:rPr>
              <a:t>spread</a:t>
            </a:r>
            <a:r>
              <a:rPr dirty="0" sz="2750" spc="60">
                <a:solidFill>
                  <a:srgbClr val="1E1C1C"/>
                </a:solidFill>
                <a:latin typeface="Arial MT"/>
                <a:cs typeface="Arial MT"/>
              </a:rPr>
              <a:t> </a:t>
            </a:r>
            <a:r>
              <a:rPr dirty="0" sz="2750" spc="-25">
                <a:solidFill>
                  <a:srgbClr val="1E1C1C"/>
                </a:solidFill>
                <a:latin typeface="Arial MT"/>
                <a:cs typeface="Arial MT"/>
              </a:rPr>
              <a:t>in </a:t>
            </a:r>
            <a:r>
              <a:rPr dirty="0" sz="2750">
                <a:solidFill>
                  <a:srgbClr val="1E1C1C"/>
                </a:solidFill>
                <a:latin typeface="Arial MT"/>
                <a:cs typeface="Arial MT"/>
              </a:rPr>
              <a:t>different</a:t>
            </a:r>
            <a:r>
              <a:rPr dirty="0" sz="2750" spc="50">
                <a:solidFill>
                  <a:srgbClr val="1E1C1C"/>
                </a:solidFill>
                <a:latin typeface="Arial MT"/>
                <a:cs typeface="Arial MT"/>
              </a:rPr>
              <a:t> </a:t>
            </a:r>
            <a:r>
              <a:rPr dirty="0" sz="2750" spc="-10">
                <a:solidFill>
                  <a:srgbClr val="1E1C1C"/>
                </a:solidFill>
                <a:latin typeface="Arial MT"/>
                <a:cs typeface="Arial MT"/>
              </a:rPr>
              <a:t>locations.</a:t>
            </a:r>
            <a:endParaRPr sz="2750">
              <a:latin typeface="Arial MT"/>
              <a:cs typeface="Arial MT"/>
            </a:endParaRPr>
          </a:p>
        </p:txBody>
      </p:sp>
      <p:pic>
        <p:nvPicPr>
          <p:cNvPr id="2097158" name="object 4" descr=""/>
          <p:cNvPicPr>
            <a:picLocks/>
          </p:cNvPicPr>
          <p:nvPr/>
        </p:nvPicPr>
        <p:blipFill>
          <a:blip xmlns:r="http://schemas.openxmlformats.org/officeDocument/2006/relationships" r:embed="rId1" cstate="print"/>
          <a:stretch>
            <a:fillRect/>
          </a:stretch>
        </p:blipFill>
        <p:spPr>
          <a:xfrm>
            <a:off x="9134475" y="809625"/>
            <a:ext cx="8810625" cy="8181975"/>
          </a:xfrm>
          <a:prstGeom prst="rect"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1500">
        <p14:window dir="ver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4" name="object 2" descr=""/>
          <p:cNvSpPr/>
          <p:nvPr/>
        </p:nvSpPr>
        <p:spPr>
          <a:xfrm>
            <a:off x="0" y="0"/>
            <a:ext cx="18288000" cy="10287000"/>
          </a:xfrm>
          <a:custGeom>
            <a:avLst/>
            <a:ah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DDB761"/>
          </a:solidFill>
        </p:spPr>
        <p:txBody>
          <a:bodyPr bIns="0" lIns="0" rIns="0" rtlCol="0" tIns="0" wrap="square"/>
          <a:p/>
        </p:txBody>
      </p:sp>
      <p:sp>
        <p:nvSpPr>
          <p:cNvPr id="1048605" name="object 3"/>
          <p:cNvSpPr txBox="1">
            <a:spLocks noGrp="1"/>
          </p:cNvSpPr>
          <p:nvPr>
            <p:ph type="title"/>
          </p:nvPr>
        </p:nvSpPr>
        <p:spPr>
          <a:xfrm>
            <a:off x="184784" y="273367"/>
            <a:ext cx="18598385" cy="1092835"/>
          </a:xfrm>
          <a:prstGeom prst="rect"/>
        </p:spPr>
        <p:txBody>
          <a:bodyPr bIns="0" lIns="0" rIns="0" rtlCol="0" tIns="13335" vert="horz" wrap="square">
            <a:spAutoFit/>
          </a:bodyPr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7200"/>
              <a:t>Advantages</a:t>
            </a:r>
            <a:r>
              <a:rPr dirty="0" sz="7200" spc="-220"/>
              <a:t> </a:t>
            </a:r>
            <a:r>
              <a:rPr dirty="0" sz="7200"/>
              <a:t>and</a:t>
            </a:r>
            <a:r>
              <a:rPr dirty="0" sz="7200" spc="-170"/>
              <a:t> </a:t>
            </a:r>
            <a:r>
              <a:rPr dirty="0" sz="7200" spc="-10"/>
              <a:t>Disadvantages</a:t>
            </a:r>
            <a:r>
              <a:rPr dirty="0" sz="7200" spc="-204"/>
              <a:t> </a:t>
            </a:r>
            <a:r>
              <a:rPr dirty="0" sz="7200"/>
              <a:t>of</a:t>
            </a:r>
            <a:r>
              <a:rPr dirty="0" sz="7200" spc="-229"/>
              <a:t> </a:t>
            </a:r>
            <a:r>
              <a:rPr dirty="0" sz="7200" spc="-390"/>
              <a:t>E-</a:t>
            </a:r>
            <a:r>
              <a:rPr dirty="0" sz="7200" spc="-335"/>
              <a:t>Medicine</a:t>
            </a:r>
            <a:endParaRPr sz="7200"/>
          </a:p>
        </p:txBody>
      </p:sp>
      <p:pic>
        <p:nvPicPr>
          <p:cNvPr id="2097159" name="object 4" descr=""/>
          <p:cNvPicPr>
            <a:picLocks/>
          </p:cNvPicPr>
          <p:nvPr/>
        </p:nvPicPr>
        <p:blipFill>
          <a:blip xmlns:r="http://schemas.openxmlformats.org/officeDocument/2006/relationships" r:embed="rId1" cstate="print"/>
          <a:stretch>
            <a:fillRect/>
          </a:stretch>
        </p:blipFill>
        <p:spPr>
          <a:xfrm>
            <a:off x="8696325" y="2352675"/>
            <a:ext cx="8610600" cy="6648450"/>
          </a:xfrm>
          <a:prstGeom prst="rect"/>
        </p:spPr>
      </p:pic>
      <p:sp>
        <p:nvSpPr>
          <p:cNvPr id="1048606" name="object 5" descr=""/>
          <p:cNvSpPr txBox="1"/>
          <p:nvPr/>
        </p:nvSpPr>
        <p:spPr>
          <a:xfrm>
            <a:off x="871219" y="2049504"/>
            <a:ext cx="5104765" cy="6893306"/>
          </a:xfrm>
          <a:prstGeom prst="rect"/>
        </p:spPr>
        <p:txBody>
          <a:bodyPr bIns="0" lIns="0" rIns="0" rtlCol="0" tIns="186690" vert="horz" wrap="square">
            <a:spAutoFit/>
          </a:bodyPr>
          <a:p>
            <a:pPr marL="97790">
              <a:lnSpc>
                <a:spcPct val="100000"/>
              </a:lnSpc>
              <a:spcBef>
                <a:spcPts val="1470"/>
              </a:spcBef>
            </a:pPr>
            <a:r>
              <a:rPr b="1" dirty="0" sz="4400" spc="-10">
                <a:solidFill>
                  <a:srgbClr val="1E1C1C"/>
                </a:solidFill>
                <a:latin typeface="Calibri"/>
                <a:cs typeface="Calibri"/>
              </a:rPr>
              <a:t>Advantages:</a:t>
            </a:r>
            <a:endParaRPr sz="4400">
              <a:latin typeface="Calibri"/>
              <a:cs typeface="Calibri"/>
            </a:endParaRPr>
          </a:p>
          <a:p>
            <a:pPr indent="-269240" marL="367030">
              <a:lnSpc>
                <a:spcPct val="100000"/>
              </a:lnSpc>
              <a:spcBef>
                <a:spcPts val="875"/>
              </a:spcBef>
              <a:buChar char="•"/>
              <a:tabLst>
                <a:tab algn="l" pos="367030"/>
              </a:tabLst>
            </a:pPr>
            <a:r>
              <a:rPr dirty="0" sz="2750" spc="-25">
                <a:solidFill>
                  <a:srgbClr val="1E1C1C"/>
                </a:solidFill>
                <a:latin typeface="Calibri"/>
                <a:cs typeface="Calibri"/>
              </a:rPr>
              <a:t>Easy</a:t>
            </a:r>
            <a:r>
              <a:rPr dirty="0" sz="2750" spc="-160">
                <a:solidFill>
                  <a:srgbClr val="1E1C1C"/>
                </a:solidFill>
                <a:latin typeface="Calibri"/>
                <a:cs typeface="Calibri"/>
              </a:rPr>
              <a:t> </a:t>
            </a:r>
            <a:r>
              <a:rPr dirty="0" sz="2750">
                <a:solidFill>
                  <a:srgbClr val="1E1C1C"/>
                </a:solidFill>
                <a:latin typeface="Calibri"/>
                <a:cs typeface="Calibri"/>
              </a:rPr>
              <a:t>access</a:t>
            </a:r>
            <a:r>
              <a:rPr dirty="0" sz="2750" spc="-40">
                <a:solidFill>
                  <a:srgbClr val="1E1C1C"/>
                </a:solidFill>
                <a:latin typeface="Calibri"/>
                <a:cs typeface="Calibri"/>
              </a:rPr>
              <a:t> </a:t>
            </a:r>
            <a:r>
              <a:rPr dirty="0" sz="2750">
                <a:solidFill>
                  <a:srgbClr val="1E1C1C"/>
                </a:solidFill>
                <a:latin typeface="Calibri"/>
                <a:cs typeface="Calibri"/>
              </a:rPr>
              <a:t>to</a:t>
            </a:r>
            <a:r>
              <a:rPr dirty="0" sz="2750" spc="-70">
                <a:solidFill>
                  <a:srgbClr val="1E1C1C"/>
                </a:solidFill>
                <a:latin typeface="Calibri"/>
                <a:cs typeface="Calibri"/>
              </a:rPr>
              <a:t> </a:t>
            </a:r>
            <a:r>
              <a:rPr dirty="0" sz="2750" spc="-10">
                <a:solidFill>
                  <a:srgbClr val="1E1C1C"/>
                </a:solidFill>
                <a:latin typeface="Calibri"/>
                <a:cs typeface="Calibri"/>
              </a:rPr>
              <a:t>doctors</a:t>
            </a:r>
            <a:endParaRPr sz="2750">
              <a:latin typeface="Calibri"/>
              <a:cs typeface="Calibri"/>
            </a:endParaRPr>
          </a:p>
          <a:p>
            <a:pPr indent="-269240" marL="367030">
              <a:lnSpc>
                <a:spcPct val="100000"/>
              </a:lnSpc>
              <a:spcBef>
                <a:spcPts val="605"/>
              </a:spcBef>
              <a:buChar char="•"/>
              <a:tabLst>
                <a:tab algn="l" pos="367030"/>
              </a:tabLst>
            </a:pPr>
            <a:r>
              <a:rPr dirty="0" sz="2750" spc="-25">
                <a:solidFill>
                  <a:srgbClr val="1E1C1C"/>
                </a:solidFill>
                <a:latin typeface="Calibri"/>
                <a:cs typeface="Calibri"/>
              </a:rPr>
              <a:t>Saves</a:t>
            </a:r>
            <a:r>
              <a:rPr dirty="0" sz="2750" spc="-130">
                <a:solidFill>
                  <a:srgbClr val="1E1C1C"/>
                </a:solidFill>
                <a:latin typeface="Calibri"/>
                <a:cs typeface="Calibri"/>
              </a:rPr>
              <a:t> </a:t>
            </a:r>
            <a:r>
              <a:rPr dirty="0" sz="2750" spc="-20">
                <a:solidFill>
                  <a:srgbClr val="1E1C1C"/>
                </a:solidFill>
                <a:latin typeface="Calibri"/>
                <a:cs typeface="Calibri"/>
              </a:rPr>
              <a:t>time</a:t>
            </a:r>
            <a:r>
              <a:rPr dirty="0" sz="2750" spc="-70">
                <a:solidFill>
                  <a:srgbClr val="1E1C1C"/>
                </a:solidFill>
                <a:latin typeface="Calibri"/>
                <a:cs typeface="Calibri"/>
              </a:rPr>
              <a:t> </a:t>
            </a:r>
            <a:r>
              <a:rPr dirty="0" sz="2750">
                <a:solidFill>
                  <a:srgbClr val="1E1C1C"/>
                </a:solidFill>
                <a:latin typeface="Calibri"/>
                <a:cs typeface="Calibri"/>
              </a:rPr>
              <a:t>and</a:t>
            </a:r>
            <a:r>
              <a:rPr dirty="0" sz="2750" spc="-105">
                <a:solidFill>
                  <a:srgbClr val="1E1C1C"/>
                </a:solidFill>
                <a:latin typeface="Calibri"/>
                <a:cs typeface="Calibri"/>
              </a:rPr>
              <a:t> </a:t>
            </a:r>
            <a:r>
              <a:rPr dirty="0" sz="2750" spc="-20">
                <a:solidFill>
                  <a:srgbClr val="1E1C1C"/>
                </a:solidFill>
                <a:latin typeface="Calibri"/>
                <a:cs typeface="Calibri"/>
              </a:rPr>
              <a:t>money</a:t>
            </a:r>
            <a:endParaRPr sz="2750">
              <a:latin typeface="Calibri"/>
              <a:cs typeface="Calibri"/>
            </a:endParaRPr>
          </a:p>
          <a:p>
            <a:pPr indent="-269240" marL="367030">
              <a:lnSpc>
                <a:spcPct val="100000"/>
              </a:lnSpc>
              <a:spcBef>
                <a:spcPts val="605"/>
              </a:spcBef>
              <a:buChar char="•"/>
              <a:tabLst>
                <a:tab algn="l" pos="367030"/>
              </a:tabLst>
            </a:pPr>
            <a:r>
              <a:rPr dirty="0" sz="2750">
                <a:solidFill>
                  <a:srgbClr val="1E1C1C"/>
                </a:solidFill>
                <a:latin typeface="Calibri"/>
                <a:cs typeface="Calibri"/>
              </a:rPr>
              <a:t>24/7</a:t>
            </a:r>
            <a:r>
              <a:rPr dirty="0" sz="2750" spc="-65">
                <a:solidFill>
                  <a:srgbClr val="1E1C1C"/>
                </a:solidFill>
                <a:latin typeface="Calibri"/>
                <a:cs typeface="Calibri"/>
              </a:rPr>
              <a:t> </a:t>
            </a:r>
            <a:r>
              <a:rPr dirty="0" sz="2750" spc="-10">
                <a:solidFill>
                  <a:srgbClr val="1E1C1C"/>
                </a:solidFill>
                <a:latin typeface="Calibri"/>
                <a:cs typeface="Calibri"/>
              </a:rPr>
              <a:t>availability</a:t>
            </a:r>
            <a:endParaRPr sz="2750">
              <a:latin typeface="Calibri"/>
              <a:cs typeface="Calibri"/>
            </a:endParaRPr>
          </a:p>
          <a:p>
            <a:pPr indent="-269240" marL="367030">
              <a:lnSpc>
                <a:spcPct val="100000"/>
              </a:lnSpc>
              <a:spcBef>
                <a:spcPts val="680"/>
              </a:spcBef>
              <a:buChar char="•"/>
              <a:tabLst>
                <a:tab algn="l" pos="367030"/>
              </a:tabLst>
            </a:pPr>
            <a:r>
              <a:rPr dirty="0" sz="2750" spc="-10">
                <a:solidFill>
                  <a:srgbClr val="1E1C1C"/>
                </a:solidFill>
                <a:latin typeface="Calibri"/>
                <a:cs typeface="Calibri"/>
              </a:rPr>
              <a:t>Safe</a:t>
            </a:r>
            <a:r>
              <a:rPr dirty="0" sz="2750" spc="-155">
                <a:solidFill>
                  <a:srgbClr val="1E1C1C"/>
                </a:solidFill>
                <a:latin typeface="Calibri"/>
                <a:cs typeface="Calibri"/>
              </a:rPr>
              <a:t> </a:t>
            </a:r>
            <a:r>
              <a:rPr dirty="0" sz="2750" spc="-10">
                <a:solidFill>
                  <a:srgbClr val="1E1C1C"/>
                </a:solidFill>
                <a:latin typeface="Calibri"/>
                <a:cs typeface="Calibri"/>
              </a:rPr>
              <a:t>during</a:t>
            </a:r>
            <a:r>
              <a:rPr dirty="0" sz="2750" spc="-120">
                <a:solidFill>
                  <a:srgbClr val="1E1C1C"/>
                </a:solidFill>
                <a:latin typeface="Calibri"/>
                <a:cs typeface="Calibri"/>
              </a:rPr>
              <a:t> </a:t>
            </a:r>
            <a:r>
              <a:rPr dirty="0" sz="2750" spc="-10">
                <a:solidFill>
                  <a:srgbClr val="1E1C1C"/>
                </a:solidFill>
                <a:latin typeface="Calibri"/>
                <a:cs typeface="Calibri"/>
              </a:rPr>
              <a:t>infectious</a:t>
            </a:r>
            <a:r>
              <a:rPr dirty="0" sz="2750" spc="-150">
                <a:solidFill>
                  <a:srgbClr val="1E1C1C"/>
                </a:solidFill>
                <a:latin typeface="Calibri"/>
                <a:cs typeface="Calibri"/>
              </a:rPr>
              <a:t> </a:t>
            </a:r>
            <a:r>
              <a:rPr dirty="0" sz="2750" spc="-10">
                <a:solidFill>
                  <a:srgbClr val="1E1C1C"/>
                </a:solidFill>
                <a:latin typeface="Calibri"/>
                <a:cs typeface="Calibri"/>
              </a:rPr>
              <a:t>diseases</a:t>
            </a:r>
            <a:endParaRPr sz="275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27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00"/>
              </a:spcBef>
            </a:pPr>
            <a:endParaRPr sz="27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b="1" dirty="0" sz="4400" spc="-10">
                <a:latin typeface="Arial"/>
                <a:cs typeface="Arial"/>
              </a:rPr>
              <a:t>Disadvantages:</a:t>
            </a:r>
            <a:endParaRPr sz="4400">
              <a:latin typeface="Arial"/>
              <a:cs typeface="Arial"/>
            </a:endParaRPr>
          </a:p>
          <a:p>
            <a:pPr indent="-342265" marL="354965">
              <a:lnSpc>
                <a:spcPct val="100000"/>
              </a:lnSpc>
              <a:spcBef>
                <a:spcPts val="120"/>
              </a:spcBef>
              <a:buChar char="•"/>
              <a:tabLst>
                <a:tab algn="l" pos="354965"/>
              </a:tabLst>
            </a:pPr>
            <a:r>
              <a:rPr dirty="0" sz="2750">
                <a:latin typeface="Arial MT"/>
                <a:cs typeface="Arial MT"/>
              </a:rPr>
              <a:t>Lack</a:t>
            </a:r>
            <a:r>
              <a:rPr dirty="0" sz="2750" spc="120">
                <a:latin typeface="Arial MT"/>
                <a:cs typeface="Arial MT"/>
              </a:rPr>
              <a:t> </a:t>
            </a:r>
            <a:r>
              <a:rPr dirty="0" sz="2750">
                <a:latin typeface="Arial MT"/>
                <a:cs typeface="Arial MT"/>
              </a:rPr>
              <a:t>of</a:t>
            </a:r>
            <a:r>
              <a:rPr dirty="0" sz="2750" spc="150">
                <a:latin typeface="Arial MT"/>
                <a:cs typeface="Arial MT"/>
              </a:rPr>
              <a:t> </a:t>
            </a:r>
            <a:r>
              <a:rPr dirty="0" sz="2750">
                <a:latin typeface="Arial MT"/>
                <a:cs typeface="Arial MT"/>
              </a:rPr>
              <a:t>physical</a:t>
            </a:r>
            <a:r>
              <a:rPr dirty="0" sz="2750" spc="75">
                <a:latin typeface="Arial MT"/>
                <a:cs typeface="Arial MT"/>
              </a:rPr>
              <a:t> </a:t>
            </a:r>
            <a:r>
              <a:rPr dirty="0" sz="2750" spc="-10">
                <a:latin typeface="Arial MT"/>
                <a:cs typeface="Arial MT"/>
              </a:rPr>
              <a:t>examination</a:t>
            </a:r>
            <a:endParaRPr sz="2750">
              <a:latin typeface="Arial MT"/>
              <a:cs typeface="Arial MT"/>
            </a:endParaRPr>
          </a:p>
          <a:p>
            <a:pPr indent="-342265" marL="354965">
              <a:lnSpc>
                <a:spcPct val="100000"/>
              </a:lnSpc>
              <a:spcBef>
                <a:spcPts val="80"/>
              </a:spcBef>
              <a:buChar char="•"/>
              <a:tabLst>
                <a:tab algn="l" pos="354965"/>
              </a:tabLst>
            </a:pPr>
            <a:r>
              <a:rPr dirty="0" sz="2750">
                <a:latin typeface="Arial MT"/>
                <a:cs typeface="Arial MT"/>
              </a:rPr>
              <a:t>Misdiagnosis</a:t>
            </a:r>
            <a:r>
              <a:rPr dirty="0" sz="2750" spc="335">
                <a:latin typeface="Arial MT"/>
                <a:cs typeface="Arial MT"/>
              </a:rPr>
              <a:t> </a:t>
            </a:r>
            <a:r>
              <a:rPr dirty="0" sz="2750" spc="-20">
                <a:latin typeface="Arial MT"/>
                <a:cs typeface="Arial MT"/>
              </a:rPr>
              <a:t>risk</a:t>
            </a:r>
            <a:endParaRPr sz="2750">
              <a:latin typeface="Arial MT"/>
              <a:cs typeface="Arial MT"/>
            </a:endParaRPr>
          </a:p>
          <a:p>
            <a:pPr indent="-342265" marL="354965">
              <a:lnSpc>
                <a:spcPct val="100000"/>
              </a:lnSpc>
              <a:spcBef>
                <a:spcPts val="5"/>
              </a:spcBef>
              <a:buChar char="•"/>
              <a:tabLst>
                <a:tab algn="l" pos="354965"/>
              </a:tabLst>
            </a:pPr>
            <a:r>
              <a:rPr dirty="0" sz="2750">
                <a:latin typeface="Arial MT"/>
                <a:cs typeface="Arial MT"/>
              </a:rPr>
              <a:t>Data</a:t>
            </a:r>
            <a:r>
              <a:rPr dirty="0" sz="2750" spc="120">
                <a:latin typeface="Arial MT"/>
                <a:cs typeface="Arial MT"/>
              </a:rPr>
              <a:t> </a:t>
            </a:r>
            <a:r>
              <a:rPr dirty="0" sz="2750">
                <a:latin typeface="Arial MT"/>
                <a:cs typeface="Arial MT"/>
              </a:rPr>
              <a:t>privacy</a:t>
            </a:r>
            <a:r>
              <a:rPr dirty="0" sz="2750" spc="140">
                <a:latin typeface="Arial MT"/>
                <a:cs typeface="Arial MT"/>
              </a:rPr>
              <a:t> </a:t>
            </a:r>
            <a:r>
              <a:rPr dirty="0" sz="2750" spc="-10">
                <a:latin typeface="Arial MT"/>
                <a:cs typeface="Arial MT"/>
              </a:rPr>
              <a:t>concerns</a:t>
            </a:r>
            <a:endParaRPr sz="2750">
              <a:latin typeface="Arial MT"/>
              <a:cs typeface="Arial MT"/>
            </a:endParaRPr>
          </a:p>
          <a:p>
            <a:pPr indent="-342265" marL="354965">
              <a:lnSpc>
                <a:spcPct val="100000"/>
              </a:lnSpc>
              <a:spcBef>
                <a:spcPts val="75"/>
              </a:spcBef>
              <a:buChar char="•"/>
              <a:tabLst>
                <a:tab algn="l" pos="354965"/>
              </a:tabLst>
            </a:pPr>
            <a:r>
              <a:rPr dirty="0" sz="2750">
                <a:latin typeface="Arial MT"/>
                <a:cs typeface="Arial MT"/>
              </a:rPr>
              <a:t>Technology</a:t>
            </a:r>
            <a:r>
              <a:rPr dirty="0" sz="2750" spc="305">
                <a:latin typeface="Arial MT"/>
                <a:cs typeface="Arial MT"/>
              </a:rPr>
              <a:t> </a:t>
            </a:r>
            <a:r>
              <a:rPr dirty="0" sz="2750" spc="-10">
                <a:latin typeface="Arial MT"/>
                <a:cs typeface="Arial MT"/>
              </a:rPr>
              <a:t>barriers</a:t>
            </a:r>
            <a:endParaRPr sz="2750">
              <a:latin typeface="Arial MT"/>
              <a:cs typeface="Arial MT"/>
            </a:endParaRPr>
          </a:p>
          <a:p>
            <a:pPr indent="-342900" marL="355600" marR="5080">
              <a:lnSpc>
                <a:spcPts val="3379"/>
              </a:lnSpc>
              <a:spcBef>
                <a:spcPts val="105"/>
              </a:spcBef>
              <a:buChar char="•"/>
              <a:tabLst>
                <a:tab algn="l" pos="355600"/>
              </a:tabLst>
            </a:pPr>
            <a:r>
              <a:rPr dirty="0" sz="2750">
                <a:latin typeface="Arial MT"/>
                <a:cs typeface="Arial MT"/>
              </a:rPr>
              <a:t>Over-reliance</a:t>
            </a:r>
            <a:r>
              <a:rPr dirty="0" sz="2750" spc="240">
                <a:latin typeface="Arial MT"/>
                <a:cs typeface="Arial MT"/>
              </a:rPr>
              <a:t> </a:t>
            </a:r>
            <a:r>
              <a:rPr dirty="0" sz="2750">
                <a:latin typeface="Arial MT"/>
                <a:cs typeface="Arial MT"/>
              </a:rPr>
              <a:t>on</a:t>
            </a:r>
            <a:r>
              <a:rPr dirty="0" sz="2750" spc="254">
                <a:latin typeface="Arial MT"/>
                <a:cs typeface="Arial MT"/>
              </a:rPr>
              <a:t> </a:t>
            </a:r>
            <a:r>
              <a:rPr dirty="0" sz="2750">
                <a:latin typeface="Arial MT"/>
                <a:cs typeface="Arial MT"/>
              </a:rPr>
              <a:t>self-</a:t>
            </a:r>
            <a:r>
              <a:rPr dirty="0" sz="2750" spc="-10">
                <a:latin typeface="Arial MT"/>
                <a:cs typeface="Arial MT"/>
              </a:rPr>
              <a:t>reported symptoms</a:t>
            </a:r>
            <a:endParaRPr sz="2750">
              <a:latin typeface="Arial MT"/>
              <a:cs typeface="Arial M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1500">
        <p14:window dir="ver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7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bIns="0" lIns="0" rIns="0" rtlCol="0" tIns="16510" vert="horz" wrap="square">
            <a:spAutoFit/>
          </a:bodyPr>
          <a:p>
            <a:pPr marL="12700">
              <a:lnSpc>
                <a:spcPts val="9190"/>
              </a:lnSpc>
              <a:spcBef>
                <a:spcPts val="130"/>
              </a:spcBef>
            </a:pPr>
            <a:r>
              <a:rPr dirty="0" spc="-345"/>
              <a:t>About</a:t>
            </a:r>
          </a:p>
          <a:p>
            <a:pPr marL="12700">
              <a:lnSpc>
                <a:spcPts val="9190"/>
              </a:lnSpc>
            </a:pPr>
            <a:r>
              <a:rPr dirty="0" spc="-400"/>
              <a:t>E-</a:t>
            </a:r>
            <a:r>
              <a:rPr dirty="0" spc="-390"/>
              <a:t>Governance</a:t>
            </a:r>
          </a:p>
        </p:txBody>
      </p:sp>
      <p:sp>
        <p:nvSpPr>
          <p:cNvPr id="1048608" name="object 3" descr=""/>
          <p:cNvSpPr txBox="1"/>
          <p:nvPr/>
        </p:nvSpPr>
        <p:spPr>
          <a:xfrm>
            <a:off x="641984" y="3823906"/>
            <a:ext cx="6821170" cy="2086484"/>
          </a:xfrm>
          <a:prstGeom prst="rect"/>
        </p:spPr>
        <p:txBody>
          <a:bodyPr bIns="0" lIns="0" rIns="0" rtlCol="0" tIns="5715" vert="horz" wrap="square">
            <a:spAutoFit/>
          </a:bodyPr>
          <a:p>
            <a:pPr marL="12700" marR="5080">
              <a:lnSpc>
                <a:spcPct val="102400"/>
              </a:lnSpc>
              <a:spcBef>
                <a:spcPts val="45"/>
              </a:spcBef>
            </a:pPr>
            <a:r>
              <a:rPr dirty="0" sz="2750" spc="-35">
                <a:solidFill>
                  <a:srgbClr val="1E1C1C"/>
                </a:solidFill>
                <a:latin typeface="Arial MT"/>
                <a:cs typeface="Arial MT"/>
              </a:rPr>
              <a:t>E-</a:t>
            </a:r>
            <a:r>
              <a:rPr dirty="0" sz="2750">
                <a:solidFill>
                  <a:srgbClr val="1E1C1C"/>
                </a:solidFill>
                <a:latin typeface="Arial MT"/>
                <a:cs typeface="Arial MT"/>
              </a:rPr>
              <a:t>Governance</a:t>
            </a:r>
            <a:r>
              <a:rPr dirty="0" sz="2750" spc="-95">
                <a:solidFill>
                  <a:srgbClr val="1E1C1C"/>
                </a:solidFill>
                <a:latin typeface="Arial MT"/>
                <a:cs typeface="Arial MT"/>
              </a:rPr>
              <a:t> </a:t>
            </a:r>
            <a:r>
              <a:rPr dirty="0" sz="2750">
                <a:solidFill>
                  <a:srgbClr val="1E1C1C"/>
                </a:solidFill>
                <a:latin typeface="Arial MT"/>
                <a:cs typeface="Arial MT"/>
              </a:rPr>
              <a:t>is</a:t>
            </a:r>
            <a:r>
              <a:rPr dirty="0" sz="2750" spc="-60">
                <a:solidFill>
                  <a:srgbClr val="1E1C1C"/>
                </a:solidFill>
                <a:latin typeface="Arial MT"/>
                <a:cs typeface="Arial MT"/>
              </a:rPr>
              <a:t> </a:t>
            </a:r>
            <a:r>
              <a:rPr dirty="0" sz="2750">
                <a:solidFill>
                  <a:srgbClr val="1E1C1C"/>
                </a:solidFill>
                <a:latin typeface="Arial MT"/>
                <a:cs typeface="Arial MT"/>
              </a:rPr>
              <a:t>the</a:t>
            </a:r>
            <a:r>
              <a:rPr dirty="0" sz="2750" spc="-85">
                <a:solidFill>
                  <a:srgbClr val="1E1C1C"/>
                </a:solidFill>
                <a:latin typeface="Arial MT"/>
                <a:cs typeface="Arial MT"/>
              </a:rPr>
              <a:t> </a:t>
            </a:r>
            <a:r>
              <a:rPr dirty="0" sz="2750">
                <a:solidFill>
                  <a:srgbClr val="1E1C1C"/>
                </a:solidFill>
                <a:latin typeface="Arial MT"/>
                <a:cs typeface="Arial MT"/>
              </a:rPr>
              <a:t>use</a:t>
            </a:r>
            <a:r>
              <a:rPr dirty="0" sz="2750" spc="-80">
                <a:solidFill>
                  <a:srgbClr val="1E1C1C"/>
                </a:solidFill>
                <a:latin typeface="Arial MT"/>
                <a:cs typeface="Arial MT"/>
              </a:rPr>
              <a:t> </a:t>
            </a:r>
            <a:r>
              <a:rPr dirty="0" sz="2750">
                <a:solidFill>
                  <a:srgbClr val="1E1C1C"/>
                </a:solidFill>
                <a:latin typeface="Arial MT"/>
                <a:cs typeface="Arial MT"/>
              </a:rPr>
              <a:t>of</a:t>
            </a:r>
            <a:r>
              <a:rPr dirty="0" sz="2750" spc="-105">
                <a:solidFill>
                  <a:srgbClr val="1E1C1C"/>
                </a:solidFill>
                <a:latin typeface="Arial MT"/>
                <a:cs typeface="Arial MT"/>
              </a:rPr>
              <a:t> </a:t>
            </a:r>
            <a:r>
              <a:rPr dirty="0" sz="2750" spc="-10">
                <a:solidFill>
                  <a:srgbClr val="1E1C1C"/>
                </a:solidFill>
                <a:latin typeface="Arial MT"/>
                <a:cs typeface="Arial MT"/>
              </a:rPr>
              <a:t>information</a:t>
            </a:r>
            <a:r>
              <a:rPr dirty="0" sz="2750" spc="-85">
                <a:solidFill>
                  <a:srgbClr val="1E1C1C"/>
                </a:solidFill>
                <a:latin typeface="Arial MT"/>
                <a:cs typeface="Arial MT"/>
              </a:rPr>
              <a:t> </a:t>
            </a:r>
            <a:r>
              <a:rPr dirty="0" sz="2750" spc="-25">
                <a:solidFill>
                  <a:srgbClr val="1E1C1C"/>
                </a:solidFill>
                <a:latin typeface="Arial MT"/>
                <a:cs typeface="Arial MT"/>
              </a:rPr>
              <a:t>and </a:t>
            </a:r>
            <a:r>
              <a:rPr dirty="0" sz="2750">
                <a:solidFill>
                  <a:srgbClr val="1E1C1C"/>
                </a:solidFill>
                <a:latin typeface="Arial MT"/>
                <a:cs typeface="Arial MT"/>
              </a:rPr>
              <a:t>communication</a:t>
            </a:r>
            <a:r>
              <a:rPr dirty="0" sz="2750" spc="-90">
                <a:solidFill>
                  <a:srgbClr val="1E1C1C"/>
                </a:solidFill>
                <a:latin typeface="Arial MT"/>
                <a:cs typeface="Arial MT"/>
              </a:rPr>
              <a:t> </a:t>
            </a:r>
            <a:r>
              <a:rPr dirty="0" sz="2750">
                <a:solidFill>
                  <a:srgbClr val="1E1C1C"/>
                </a:solidFill>
                <a:latin typeface="Arial MT"/>
                <a:cs typeface="Arial MT"/>
              </a:rPr>
              <a:t>technology</a:t>
            </a:r>
            <a:r>
              <a:rPr dirty="0" sz="2750" spc="-155">
                <a:solidFill>
                  <a:srgbClr val="1E1C1C"/>
                </a:solidFill>
                <a:latin typeface="Arial MT"/>
                <a:cs typeface="Arial MT"/>
              </a:rPr>
              <a:t> </a:t>
            </a:r>
            <a:r>
              <a:rPr dirty="0" sz="2750">
                <a:solidFill>
                  <a:srgbClr val="1E1C1C"/>
                </a:solidFill>
                <a:latin typeface="Arial MT"/>
                <a:cs typeface="Arial MT"/>
              </a:rPr>
              <a:t>(ICT)</a:t>
            </a:r>
            <a:r>
              <a:rPr dirty="0" sz="2750" spc="-160">
                <a:solidFill>
                  <a:srgbClr val="1E1C1C"/>
                </a:solidFill>
                <a:latin typeface="Arial MT"/>
                <a:cs typeface="Arial MT"/>
              </a:rPr>
              <a:t> </a:t>
            </a:r>
            <a:r>
              <a:rPr dirty="0" sz="2750">
                <a:solidFill>
                  <a:srgbClr val="1E1C1C"/>
                </a:solidFill>
                <a:latin typeface="Arial MT"/>
                <a:cs typeface="Arial MT"/>
              </a:rPr>
              <a:t>to</a:t>
            </a:r>
            <a:r>
              <a:rPr dirty="0" sz="2750" spc="-135">
                <a:solidFill>
                  <a:srgbClr val="1E1C1C"/>
                </a:solidFill>
                <a:latin typeface="Arial MT"/>
                <a:cs typeface="Arial MT"/>
              </a:rPr>
              <a:t> </a:t>
            </a:r>
            <a:r>
              <a:rPr dirty="0" sz="2750" spc="-10">
                <a:solidFill>
                  <a:srgbClr val="1E1C1C"/>
                </a:solidFill>
                <a:latin typeface="Arial MT"/>
                <a:cs typeface="Arial MT"/>
              </a:rPr>
              <a:t>enhance </a:t>
            </a:r>
            <a:r>
              <a:rPr dirty="0" sz="2750">
                <a:solidFill>
                  <a:srgbClr val="1E1C1C"/>
                </a:solidFill>
                <a:latin typeface="Arial MT"/>
                <a:cs typeface="Arial MT"/>
              </a:rPr>
              <a:t>the</a:t>
            </a:r>
            <a:r>
              <a:rPr dirty="0" sz="2750" spc="-100">
                <a:solidFill>
                  <a:srgbClr val="1E1C1C"/>
                </a:solidFill>
                <a:latin typeface="Arial MT"/>
                <a:cs typeface="Arial MT"/>
              </a:rPr>
              <a:t> </a:t>
            </a:r>
            <a:r>
              <a:rPr dirty="0" sz="2750">
                <a:solidFill>
                  <a:srgbClr val="1E1C1C"/>
                </a:solidFill>
                <a:latin typeface="Arial MT"/>
                <a:cs typeface="Arial MT"/>
              </a:rPr>
              <a:t>access</a:t>
            </a:r>
            <a:r>
              <a:rPr dirty="0" sz="2750" spc="-90">
                <a:solidFill>
                  <a:srgbClr val="1E1C1C"/>
                </a:solidFill>
                <a:latin typeface="Arial MT"/>
                <a:cs typeface="Arial MT"/>
              </a:rPr>
              <a:t> </a:t>
            </a:r>
            <a:r>
              <a:rPr dirty="0" sz="2750">
                <a:solidFill>
                  <a:srgbClr val="1E1C1C"/>
                </a:solidFill>
                <a:latin typeface="Arial MT"/>
                <a:cs typeface="Arial MT"/>
              </a:rPr>
              <a:t>and</a:t>
            </a:r>
            <a:r>
              <a:rPr dirty="0" sz="2750" spc="-90">
                <a:solidFill>
                  <a:srgbClr val="1E1C1C"/>
                </a:solidFill>
                <a:latin typeface="Arial MT"/>
                <a:cs typeface="Arial MT"/>
              </a:rPr>
              <a:t> </a:t>
            </a:r>
            <a:r>
              <a:rPr dirty="0" sz="2750">
                <a:solidFill>
                  <a:srgbClr val="1E1C1C"/>
                </a:solidFill>
                <a:latin typeface="Arial MT"/>
                <a:cs typeface="Arial MT"/>
              </a:rPr>
              <a:t>delivery</a:t>
            </a:r>
            <a:r>
              <a:rPr dirty="0" sz="2750" spc="-90">
                <a:solidFill>
                  <a:srgbClr val="1E1C1C"/>
                </a:solidFill>
                <a:latin typeface="Arial MT"/>
                <a:cs typeface="Arial MT"/>
              </a:rPr>
              <a:t> </a:t>
            </a:r>
            <a:r>
              <a:rPr dirty="0" sz="2750">
                <a:solidFill>
                  <a:srgbClr val="1E1C1C"/>
                </a:solidFill>
                <a:latin typeface="Arial MT"/>
                <a:cs typeface="Arial MT"/>
              </a:rPr>
              <a:t>of</a:t>
            </a:r>
            <a:r>
              <a:rPr dirty="0" sz="2750" spc="-150">
                <a:solidFill>
                  <a:srgbClr val="1E1C1C"/>
                </a:solidFill>
                <a:latin typeface="Arial MT"/>
                <a:cs typeface="Arial MT"/>
              </a:rPr>
              <a:t> </a:t>
            </a:r>
            <a:r>
              <a:rPr dirty="0" sz="2750" spc="-10">
                <a:solidFill>
                  <a:srgbClr val="1E1C1C"/>
                </a:solidFill>
                <a:latin typeface="Arial MT"/>
                <a:cs typeface="Arial MT"/>
              </a:rPr>
              <a:t>government </a:t>
            </a:r>
            <a:r>
              <a:rPr dirty="0" sz="2750">
                <a:solidFill>
                  <a:srgbClr val="1E1C1C"/>
                </a:solidFill>
                <a:latin typeface="Arial MT"/>
                <a:cs typeface="Arial MT"/>
              </a:rPr>
              <a:t>services</a:t>
            </a:r>
            <a:r>
              <a:rPr dirty="0" sz="2750" spc="-125">
                <a:solidFill>
                  <a:srgbClr val="1E1C1C"/>
                </a:solidFill>
                <a:latin typeface="Arial MT"/>
                <a:cs typeface="Arial MT"/>
              </a:rPr>
              <a:t> </a:t>
            </a:r>
            <a:r>
              <a:rPr dirty="0" sz="2750">
                <a:solidFill>
                  <a:srgbClr val="1E1C1C"/>
                </a:solidFill>
                <a:latin typeface="Arial MT"/>
                <a:cs typeface="Arial MT"/>
              </a:rPr>
              <a:t>to</a:t>
            </a:r>
            <a:r>
              <a:rPr dirty="0" sz="2750" spc="-110">
                <a:solidFill>
                  <a:srgbClr val="1E1C1C"/>
                </a:solidFill>
                <a:latin typeface="Arial MT"/>
                <a:cs typeface="Arial MT"/>
              </a:rPr>
              <a:t> </a:t>
            </a:r>
            <a:r>
              <a:rPr dirty="0" sz="2750">
                <a:solidFill>
                  <a:srgbClr val="1E1C1C"/>
                </a:solidFill>
                <a:latin typeface="Arial MT"/>
                <a:cs typeface="Arial MT"/>
              </a:rPr>
              <a:t>benefit</a:t>
            </a:r>
            <a:r>
              <a:rPr dirty="0" sz="2750" spc="-165">
                <a:solidFill>
                  <a:srgbClr val="1E1C1C"/>
                </a:solidFill>
                <a:latin typeface="Arial MT"/>
                <a:cs typeface="Arial MT"/>
              </a:rPr>
              <a:t> </a:t>
            </a:r>
            <a:r>
              <a:rPr dirty="0" sz="2750" spc="-10">
                <a:solidFill>
                  <a:srgbClr val="1E1C1C"/>
                </a:solidFill>
                <a:latin typeface="Arial MT"/>
                <a:cs typeface="Arial MT"/>
              </a:rPr>
              <a:t>citizens,</a:t>
            </a:r>
            <a:r>
              <a:rPr dirty="0" sz="2750" spc="-120">
                <a:solidFill>
                  <a:srgbClr val="1E1C1C"/>
                </a:solidFill>
                <a:latin typeface="Arial MT"/>
                <a:cs typeface="Arial MT"/>
              </a:rPr>
              <a:t> </a:t>
            </a:r>
            <a:r>
              <a:rPr dirty="0" sz="2750" spc="-10">
                <a:solidFill>
                  <a:srgbClr val="1E1C1C"/>
                </a:solidFill>
                <a:latin typeface="Arial MT"/>
                <a:cs typeface="Arial MT"/>
              </a:rPr>
              <a:t>business </a:t>
            </a:r>
            <a:r>
              <a:rPr dirty="0" sz="2750">
                <a:solidFill>
                  <a:srgbClr val="1E1C1C"/>
                </a:solidFill>
                <a:latin typeface="Arial MT"/>
                <a:cs typeface="Arial MT"/>
              </a:rPr>
              <a:t>partners,</a:t>
            </a:r>
            <a:r>
              <a:rPr dirty="0" sz="2750" spc="-120">
                <a:solidFill>
                  <a:srgbClr val="1E1C1C"/>
                </a:solidFill>
                <a:latin typeface="Arial MT"/>
                <a:cs typeface="Arial MT"/>
              </a:rPr>
              <a:t> </a:t>
            </a:r>
            <a:r>
              <a:rPr dirty="0" sz="2750">
                <a:solidFill>
                  <a:srgbClr val="1E1C1C"/>
                </a:solidFill>
                <a:latin typeface="Arial MT"/>
                <a:cs typeface="Arial MT"/>
              </a:rPr>
              <a:t>and</a:t>
            </a:r>
            <a:r>
              <a:rPr dirty="0" sz="2750" spc="-114">
                <a:solidFill>
                  <a:srgbClr val="1E1C1C"/>
                </a:solidFill>
                <a:latin typeface="Arial MT"/>
                <a:cs typeface="Arial MT"/>
              </a:rPr>
              <a:t> </a:t>
            </a:r>
            <a:r>
              <a:rPr dirty="0" sz="2750" spc="-10">
                <a:solidFill>
                  <a:srgbClr val="1E1C1C"/>
                </a:solidFill>
                <a:latin typeface="Arial MT"/>
                <a:cs typeface="Arial MT"/>
              </a:rPr>
              <a:t>employees.</a:t>
            </a:r>
            <a:endParaRPr sz="2750">
              <a:latin typeface="Arial MT"/>
              <a:cs typeface="Arial MT"/>
            </a:endParaRPr>
          </a:p>
        </p:txBody>
      </p:sp>
      <p:pic>
        <p:nvPicPr>
          <p:cNvPr id="2097160" name="object 4" descr=""/>
          <p:cNvPicPr>
            <a:picLocks/>
          </p:cNvPicPr>
          <p:nvPr/>
        </p:nvPicPr>
        <p:blipFill>
          <a:blip xmlns:r="http://schemas.openxmlformats.org/officeDocument/2006/relationships" r:embed="rId1" cstate="print"/>
          <a:stretch>
            <a:fillRect/>
          </a:stretch>
        </p:blipFill>
        <p:spPr>
          <a:xfrm>
            <a:off x="8867775" y="981075"/>
            <a:ext cx="8572500" cy="7905750"/>
          </a:xfrm>
          <a:prstGeom prst="rect"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1500">
        <p14:window dir="ver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9" name="object 2"/>
          <p:cNvSpPr txBox="1">
            <a:spLocks noGrp="1"/>
          </p:cNvSpPr>
          <p:nvPr>
            <p:ph type="title"/>
          </p:nvPr>
        </p:nvSpPr>
        <p:spPr>
          <a:xfrm>
            <a:off x="529272" y="335978"/>
            <a:ext cx="18241930" cy="1092835"/>
          </a:xfrm>
          <a:prstGeom prst="rect"/>
        </p:spPr>
        <p:txBody>
          <a:bodyPr bIns="0" lIns="0" rIns="0" rtlCol="0" tIns="13335" vert="horz" wrap="square">
            <a:spAutoFit/>
          </a:bodyPr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7200" spc="-375"/>
              <a:t>Advantages</a:t>
            </a:r>
            <a:r>
              <a:rPr dirty="0" sz="7200" spc="-795"/>
              <a:t> </a:t>
            </a:r>
            <a:r>
              <a:rPr dirty="0" sz="7200" spc="-285"/>
              <a:t>and</a:t>
            </a:r>
            <a:r>
              <a:rPr dirty="0" sz="7200" spc="-765"/>
              <a:t> </a:t>
            </a:r>
            <a:r>
              <a:rPr dirty="0" sz="7200" spc="-390"/>
              <a:t>Disadvantages</a:t>
            </a:r>
            <a:r>
              <a:rPr dirty="0" sz="7200" spc="-735"/>
              <a:t> </a:t>
            </a:r>
            <a:r>
              <a:rPr dirty="0" sz="7200"/>
              <a:t>of</a:t>
            </a:r>
            <a:r>
              <a:rPr dirty="0" sz="7200" spc="-50"/>
              <a:t> </a:t>
            </a:r>
            <a:r>
              <a:rPr dirty="0" sz="7200" spc="-390"/>
              <a:t>E-</a:t>
            </a:r>
            <a:r>
              <a:rPr dirty="0" sz="7200" spc="-385"/>
              <a:t>Governance</a:t>
            </a:r>
            <a:endParaRPr sz="7200"/>
          </a:p>
        </p:txBody>
      </p:sp>
      <p:pic>
        <p:nvPicPr>
          <p:cNvPr id="2097161" name="object 3" descr=""/>
          <p:cNvPicPr>
            <a:picLocks/>
          </p:cNvPicPr>
          <p:nvPr/>
        </p:nvPicPr>
        <p:blipFill>
          <a:blip xmlns:r="http://schemas.openxmlformats.org/officeDocument/2006/relationships" r:embed="rId1" cstate="print"/>
          <a:stretch>
            <a:fillRect/>
          </a:stretch>
        </p:blipFill>
        <p:spPr>
          <a:xfrm>
            <a:off x="9144000" y="2571750"/>
            <a:ext cx="7924800" cy="6286500"/>
          </a:xfrm>
          <a:prstGeom prst="rect"/>
        </p:spPr>
      </p:pic>
      <p:sp>
        <p:nvSpPr>
          <p:cNvPr id="1048610" name="object 4" descr=""/>
          <p:cNvSpPr txBox="1"/>
          <p:nvPr/>
        </p:nvSpPr>
        <p:spPr>
          <a:xfrm>
            <a:off x="888364" y="2435586"/>
            <a:ext cx="4730115" cy="6968490"/>
          </a:xfrm>
          <a:prstGeom prst="rect"/>
        </p:spPr>
        <p:txBody>
          <a:bodyPr bIns="0" lIns="0" rIns="0" rtlCol="0" tIns="186690" vert="horz" wrap="square">
            <a:spAutoFit/>
          </a:bodyPr>
          <a:p>
            <a:pPr marL="111760">
              <a:lnSpc>
                <a:spcPct val="100000"/>
              </a:lnSpc>
              <a:spcBef>
                <a:spcPts val="1470"/>
              </a:spcBef>
            </a:pPr>
            <a:r>
              <a:rPr b="1" dirty="0" sz="4400" spc="-10">
                <a:solidFill>
                  <a:srgbClr val="1E1C1C"/>
                </a:solidFill>
                <a:latin typeface="Calibri"/>
                <a:cs typeface="Calibri"/>
              </a:rPr>
              <a:t>Advantages:</a:t>
            </a:r>
            <a:endParaRPr sz="4400">
              <a:latin typeface="Calibri"/>
              <a:cs typeface="Calibri"/>
            </a:endParaRPr>
          </a:p>
          <a:p>
            <a:pPr indent="-269240" marL="381000">
              <a:lnSpc>
                <a:spcPct val="100000"/>
              </a:lnSpc>
              <a:spcBef>
                <a:spcPts val="875"/>
              </a:spcBef>
              <a:buChar char="•"/>
              <a:tabLst>
                <a:tab algn="l" pos="381000"/>
              </a:tabLst>
            </a:pPr>
            <a:r>
              <a:rPr dirty="0" sz="2750" spc="-10">
                <a:solidFill>
                  <a:srgbClr val="1E1C1C"/>
                </a:solidFill>
                <a:latin typeface="Calibri"/>
                <a:cs typeface="Calibri"/>
              </a:rPr>
              <a:t>Transparency</a:t>
            </a:r>
            <a:endParaRPr sz="2750">
              <a:latin typeface="Calibri"/>
              <a:cs typeface="Calibri"/>
            </a:endParaRPr>
          </a:p>
          <a:p>
            <a:pPr indent="-268605" marL="380365">
              <a:lnSpc>
                <a:spcPct val="100000"/>
              </a:lnSpc>
              <a:spcBef>
                <a:spcPts val="605"/>
              </a:spcBef>
              <a:buChar char="•"/>
              <a:tabLst>
                <a:tab algn="l" pos="380365"/>
              </a:tabLst>
            </a:pPr>
            <a:r>
              <a:rPr dirty="0" sz="2750" spc="-10">
                <a:solidFill>
                  <a:srgbClr val="1E1C1C"/>
                </a:solidFill>
                <a:latin typeface="Calibri"/>
                <a:cs typeface="Calibri"/>
              </a:rPr>
              <a:t>Efficient</a:t>
            </a:r>
            <a:r>
              <a:rPr dirty="0" sz="2750" spc="-145">
                <a:solidFill>
                  <a:srgbClr val="1E1C1C"/>
                </a:solidFill>
                <a:latin typeface="Calibri"/>
                <a:cs typeface="Calibri"/>
              </a:rPr>
              <a:t> </a:t>
            </a:r>
            <a:r>
              <a:rPr dirty="0" sz="2750">
                <a:solidFill>
                  <a:srgbClr val="1E1C1C"/>
                </a:solidFill>
                <a:latin typeface="Calibri"/>
                <a:cs typeface="Calibri"/>
              </a:rPr>
              <a:t>service</a:t>
            </a:r>
            <a:r>
              <a:rPr dirty="0" sz="2750" spc="-130">
                <a:solidFill>
                  <a:srgbClr val="1E1C1C"/>
                </a:solidFill>
                <a:latin typeface="Calibri"/>
                <a:cs typeface="Calibri"/>
              </a:rPr>
              <a:t> </a:t>
            </a:r>
            <a:r>
              <a:rPr dirty="0" sz="2750" spc="-10">
                <a:solidFill>
                  <a:srgbClr val="1E1C1C"/>
                </a:solidFill>
                <a:latin typeface="Calibri"/>
                <a:cs typeface="Calibri"/>
              </a:rPr>
              <a:t>delivery</a:t>
            </a:r>
            <a:endParaRPr sz="2750">
              <a:latin typeface="Calibri"/>
              <a:cs typeface="Calibri"/>
            </a:endParaRPr>
          </a:p>
          <a:p>
            <a:pPr indent="-269240" marL="381000">
              <a:lnSpc>
                <a:spcPct val="100000"/>
              </a:lnSpc>
              <a:spcBef>
                <a:spcPts val="680"/>
              </a:spcBef>
              <a:buChar char="•"/>
              <a:tabLst>
                <a:tab algn="l" pos="381000"/>
              </a:tabLst>
            </a:pPr>
            <a:r>
              <a:rPr dirty="0" sz="2750" spc="-20">
                <a:solidFill>
                  <a:srgbClr val="1E1C1C"/>
                </a:solidFill>
                <a:latin typeface="Calibri"/>
                <a:cs typeface="Calibri"/>
              </a:rPr>
              <a:t>Improved</a:t>
            </a:r>
            <a:r>
              <a:rPr dirty="0" sz="2750" spc="-114">
                <a:solidFill>
                  <a:srgbClr val="1E1C1C"/>
                </a:solidFill>
                <a:latin typeface="Calibri"/>
                <a:cs typeface="Calibri"/>
              </a:rPr>
              <a:t> </a:t>
            </a:r>
            <a:r>
              <a:rPr dirty="0" sz="2750" spc="-10">
                <a:solidFill>
                  <a:srgbClr val="1E1C1C"/>
                </a:solidFill>
                <a:latin typeface="Calibri"/>
                <a:cs typeface="Calibri"/>
              </a:rPr>
              <a:t>accessibility</a:t>
            </a:r>
            <a:endParaRPr sz="2750">
              <a:latin typeface="Calibri"/>
              <a:cs typeface="Calibri"/>
            </a:endParaRPr>
          </a:p>
          <a:p>
            <a:pPr indent="-269240" marL="381000">
              <a:lnSpc>
                <a:spcPct val="100000"/>
              </a:lnSpc>
              <a:spcBef>
                <a:spcPts val="600"/>
              </a:spcBef>
              <a:buChar char="•"/>
              <a:tabLst>
                <a:tab algn="l" pos="381000"/>
              </a:tabLst>
            </a:pPr>
            <a:r>
              <a:rPr dirty="0" sz="2750">
                <a:solidFill>
                  <a:srgbClr val="1E1C1C"/>
                </a:solidFill>
                <a:latin typeface="Calibri"/>
                <a:cs typeface="Calibri"/>
              </a:rPr>
              <a:t>24/7</a:t>
            </a:r>
            <a:r>
              <a:rPr dirty="0" sz="2750" spc="25">
                <a:solidFill>
                  <a:srgbClr val="1E1C1C"/>
                </a:solidFill>
                <a:latin typeface="Calibri"/>
                <a:cs typeface="Calibri"/>
              </a:rPr>
              <a:t> </a:t>
            </a:r>
            <a:r>
              <a:rPr dirty="0" sz="2750" spc="-45">
                <a:solidFill>
                  <a:srgbClr val="1E1C1C"/>
                </a:solidFill>
                <a:latin typeface="Calibri"/>
                <a:cs typeface="Calibri"/>
              </a:rPr>
              <a:t>availability</a:t>
            </a:r>
            <a:r>
              <a:rPr dirty="0" sz="2750" spc="-130">
                <a:solidFill>
                  <a:srgbClr val="1E1C1C"/>
                </a:solidFill>
                <a:latin typeface="Calibri"/>
                <a:cs typeface="Calibri"/>
              </a:rPr>
              <a:t> </a:t>
            </a:r>
            <a:r>
              <a:rPr dirty="0" sz="2750">
                <a:solidFill>
                  <a:srgbClr val="1E1C1C"/>
                </a:solidFill>
                <a:latin typeface="Calibri"/>
                <a:cs typeface="Calibri"/>
              </a:rPr>
              <a:t>of</a:t>
            </a:r>
            <a:r>
              <a:rPr dirty="0" sz="2750" spc="-50">
                <a:solidFill>
                  <a:srgbClr val="1E1C1C"/>
                </a:solidFill>
                <a:latin typeface="Calibri"/>
                <a:cs typeface="Calibri"/>
              </a:rPr>
              <a:t> </a:t>
            </a:r>
            <a:r>
              <a:rPr dirty="0" sz="2750" spc="-10">
                <a:solidFill>
                  <a:srgbClr val="1E1C1C"/>
                </a:solidFill>
                <a:latin typeface="Calibri"/>
                <a:cs typeface="Calibri"/>
              </a:rPr>
              <a:t>services</a:t>
            </a:r>
            <a:endParaRPr sz="2750">
              <a:latin typeface="Calibri"/>
              <a:cs typeface="Calibri"/>
            </a:endParaRPr>
          </a:p>
          <a:p>
            <a:pPr indent="-269240" marL="381000">
              <a:lnSpc>
                <a:spcPct val="100000"/>
              </a:lnSpc>
              <a:spcBef>
                <a:spcPts val="680"/>
              </a:spcBef>
              <a:buChar char="•"/>
              <a:tabLst>
                <a:tab algn="l" pos="381000"/>
              </a:tabLst>
            </a:pPr>
            <a:r>
              <a:rPr dirty="0" sz="2750" spc="-10">
                <a:solidFill>
                  <a:srgbClr val="1E1C1C"/>
                </a:solidFill>
                <a:latin typeface="Calibri"/>
                <a:cs typeface="Calibri"/>
              </a:rPr>
              <a:t>Better</a:t>
            </a:r>
            <a:r>
              <a:rPr dirty="0" sz="2750" spc="-150">
                <a:solidFill>
                  <a:srgbClr val="1E1C1C"/>
                </a:solidFill>
                <a:latin typeface="Calibri"/>
                <a:cs typeface="Calibri"/>
              </a:rPr>
              <a:t> </a:t>
            </a:r>
            <a:r>
              <a:rPr dirty="0" sz="2750">
                <a:solidFill>
                  <a:srgbClr val="1E1C1C"/>
                </a:solidFill>
                <a:latin typeface="Calibri"/>
                <a:cs typeface="Calibri"/>
              </a:rPr>
              <a:t>data</a:t>
            </a:r>
            <a:r>
              <a:rPr dirty="0" sz="2750" spc="-95">
                <a:solidFill>
                  <a:srgbClr val="1E1C1C"/>
                </a:solidFill>
                <a:latin typeface="Calibri"/>
                <a:cs typeface="Calibri"/>
              </a:rPr>
              <a:t> </a:t>
            </a:r>
            <a:r>
              <a:rPr dirty="0" sz="2750" spc="-10">
                <a:solidFill>
                  <a:srgbClr val="1E1C1C"/>
                </a:solidFill>
                <a:latin typeface="Calibri"/>
                <a:cs typeface="Calibri"/>
              </a:rPr>
              <a:t>management</a:t>
            </a:r>
            <a:endParaRPr sz="27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725"/>
              </a:spcBef>
            </a:pPr>
            <a:endParaRPr sz="27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b="1" dirty="0" sz="4400" spc="-10">
                <a:latin typeface="Arial"/>
                <a:cs typeface="Arial"/>
              </a:rPr>
              <a:t>Disadvantages:</a:t>
            </a:r>
            <a:endParaRPr sz="4400">
              <a:latin typeface="Arial"/>
              <a:cs typeface="Arial"/>
            </a:endParaRPr>
          </a:p>
          <a:p>
            <a:pPr indent="-342265" marL="354965">
              <a:lnSpc>
                <a:spcPct val="100000"/>
              </a:lnSpc>
              <a:spcBef>
                <a:spcPts val="120"/>
              </a:spcBef>
              <a:buChar char="•"/>
              <a:tabLst>
                <a:tab algn="l" pos="354965"/>
              </a:tabLst>
            </a:pPr>
            <a:r>
              <a:rPr dirty="0" sz="2750">
                <a:latin typeface="Arial MT"/>
                <a:cs typeface="Arial MT"/>
              </a:rPr>
              <a:t>Digital</a:t>
            </a:r>
            <a:r>
              <a:rPr dirty="0" sz="2750" spc="95">
                <a:latin typeface="Arial MT"/>
                <a:cs typeface="Arial MT"/>
              </a:rPr>
              <a:t> </a:t>
            </a:r>
            <a:r>
              <a:rPr dirty="0" sz="2750" spc="-10">
                <a:latin typeface="Arial MT"/>
                <a:cs typeface="Arial MT"/>
              </a:rPr>
              <a:t>divide</a:t>
            </a:r>
            <a:endParaRPr sz="2750">
              <a:latin typeface="Arial MT"/>
              <a:cs typeface="Arial MT"/>
            </a:endParaRPr>
          </a:p>
          <a:p>
            <a:pPr indent="-342265" marL="354965">
              <a:lnSpc>
                <a:spcPct val="100000"/>
              </a:lnSpc>
              <a:spcBef>
                <a:spcPts val="80"/>
              </a:spcBef>
              <a:buChar char="•"/>
              <a:tabLst>
                <a:tab algn="l" pos="354965"/>
              </a:tabLst>
            </a:pPr>
            <a:r>
              <a:rPr dirty="0" sz="2750">
                <a:latin typeface="Arial MT"/>
                <a:cs typeface="Arial MT"/>
              </a:rPr>
              <a:t>Cybersecurity</a:t>
            </a:r>
            <a:r>
              <a:rPr dirty="0" sz="2750" spc="310">
                <a:latin typeface="Arial MT"/>
                <a:cs typeface="Arial MT"/>
              </a:rPr>
              <a:t> </a:t>
            </a:r>
            <a:r>
              <a:rPr dirty="0" sz="2750" spc="-10">
                <a:latin typeface="Arial MT"/>
                <a:cs typeface="Arial MT"/>
              </a:rPr>
              <a:t>threats</a:t>
            </a:r>
            <a:endParaRPr sz="2750">
              <a:latin typeface="Arial MT"/>
              <a:cs typeface="Arial MT"/>
            </a:endParaRPr>
          </a:p>
          <a:p>
            <a:pPr indent="-342265" marL="354965">
              <a:lnSpc>
                <a:spcPct val="100000"/>
              </a:lnSpc>
              <a:buChar char="•"/>
              <a:tabLst>
                <a:tab algn="l" pos="354965"/>
              </a:tabLst>
            </a:pPr>
            <a:r>
              <a:rPr dirty="0" sz="2750">
                <a:latin typeface="Arial MT"/>
                <a:cs typeface="Arial MT"/>
              </a:rPr>
              <a:t>System</a:t>
            </a:r>
            <a:r>
              <a:rPr dirty="0" sz="2750" spc="145">
                <a:latin typeface="Arial MT"/>
                <a:cs typeface="Arial MT"/>
              </a:rPr>
              <a:t> </a:t>
            </a:r>
            <a:r>
              <a:rPr dirty="0" sz="2750" spc="-10">
                <a:latin typeface="Arial MT"/>
                <a:cs typeface="Arial MT"/>
              </a:rPr>
              <a:t>failures</a:t>
            </a:r>
            <a:endParaRPr sz="2750">
              <a:latin typeface="Arial MT"/>
              <a:cs typeface="Arial MT"/>
            </a:endParaRPr>
          </a:p>
          <a:p>
            <a:pPr indent="-342265" marL="354965">
              <a:lnSpc>
                <a:spcPct val="100000"/>
              </a:lnSpc>
              <a:spcBef>
                <a:spcPts val="80"/>
              </a:spcBef>
              <a:buChar char="•"/>
              <a:tabLst>
                <a:tab algn="l" pos="354965"/>
              </a:tabLst>
            </a:pPr>
            <a:r>
              <a:rPr dirty="0" sz="2750">
                <a:latin typeface="Arial MT"/>
                <a:cs typeface="Arial MT"/>
              </a:rPr>
              <a:t>Lack</a:t>
            </a:r>
            <a:r>
              <a:rPr dirty="0" sz="2750" spc="114">
                <a:latin typeface="Arial MT"/>
                <a:cs typeface="Arial MT"/>
              </a:rPr>
              <a:t> </a:t>
            </a:r>
            <a:r>
              <a:rPr dirty="0" sz="2750">
                <a:latin typeface="Arial MT"/>
                <a:cs typeface="Arial MT"/>
              </a:rPr>
              <a:t>of</a:t>
            </a:r>
            <a:r>
              <a:rPr dirty="0" sz="2750" spc="145">
                <a:latin typeface="Arial MT"/>
                <a:cs typeface="Arial MT"/>
              </a:rPr>
              <a:t> </a:t>
            </a:r>
            <a:r>
              <a:rPr dirty="0" sz="2750">
                <a:latin typeface="Arial MT"/>
                <a:cs typeface="Arial MT"/>
              </a:rPr>
              <a:t>personal</a:t>
            </a:r>
            <a:r>
              <a:rPr dirty="0" sz="2750" spc="150">
                <a:latin typeface="Arial MT"/>
                <a:cs typeface="Arial MT"/>
              </a:rPr>
              <a:t> </a:t>
            </a:r>
            <a:r>
              <a:rPr dirty="0" sz="2750" spc="-10">
                <a:latin typeface="Arial MT"/>
                <a:cs typeface="Arial MT"/>
              </a:rPr>
              <a:t>interaction</a:t>
            </a:r>
            <a:endParaRPr sz="2750">
              <a:latin typeface="Arial MT"/>
              <a:cs typeface="Arial MT"/>
            </a:endParaRPr>
          </a:p>
          <a:p>
            <a:pPr indent="-342265" marL="354965">
              <a:lnSpc>
                <a:spcPct val="100000"/>
              </a:lnSpc>
              <a:spcBef>
                <a:spcPts val="80"/>
              </a:spcBef>
              <a:buChar char="•"/>
              <a:tabLst>
                <a:tab algn="l" pos="354965"/>
              </a:tabLst>
            </a:pPr>
            <a:r>
              <a:rPr dirty="0" sz="2750">
                <a:latin typeface="Arial MT"/>
                <a:cs typeface="Arial MT"/>
              </a:rPr>
              <a:t>High</a:t>
            </a:r>
            <a:r>
              <a:rPr dirty="0" sz="2750" spc="200">
                <a:latin typeface="Arial MT"/>
                <a:cs typeface="Arial MT"/>
              </a:rPr>
              <a:t> </a:t>
            </a:r>
            <a:r>
              <a:rPr dirty="0" sz="2750">
                <a:latin typeface="Arial MT"/>
                <a:cs typeface="Arial MT"/>
              </a:rPr>
              <a:t>implementation</a:t>
            </a:r>
            <a:r>
              <a:rPr dirty="0" sz="2750" spc="305">
                <a:latin typeface="Arial MT"/>
                <a:cs typeface="Arial MT"/>
              </a:rPr>
              <a:t> </a:t>
            </a:r>
            <a:r>
              <a:rPr dirty="0" sz="2750" spc="-20">
                <a:latin typeface="Arial MT"/>
                <a:cs typeface="Arial MT"/>
              </a:rPr>
              <a:t>cost</a:t>
            </a:r>
            <a:endParaRPr sz="2750">
              <a:latin typeface="Arial MT"/>
              <a:cs typeface="Arial MT"/>
            </a:endParaRPr>
          </a:p>
          <a:p>
            <a:pPr indent="-342265" marL="354965">
              <a:lnSpc>
                <a:spcPct val="100000"/>
              </a:lnSpc>
              <a:spcBef>
                <a:spcPts val="75"/>
              </a:spcBef>
              <a:buChar char="•"/>
              <a:tabLst>
                <a:tab algn="l" pos="354965"/>
              </a:tabLst>
            </a:pPr>
            <a:r>
              <a:rPr dirty="0" sz="2750">
                <a:latin typeface="Arial MT"/>
                <a:cs typeface="Arial MT"/>
              </a:rPr>
              <a:t>Privacy</a:t>
            </a:r>
            <a:r>
              <a:rPr dirty="0" sz="2750" spc="160">
                <a:latin typeface="Arial MT"/>
                <a:cs typeface="Arial MT"/>
              </a:rPr>
              <a:t> </a:t>
            </a:r>
            <a:r>
              <a:rPr dirty="0" sz="2750" spc="-10">
                <a:latin typeface="Arial MT"/>
                <a:cs typeface="Arial MT"/>
              </a:rPr>
              <a:t>concerns</a:t>
            </a:r>
            <a:endParaRPr sz="2750">
              <a:latin typeface="Arial MT"/>
              <a:cs typeface="Arial M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1500">
        <p14:window dir="ver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1" name="object 2"/>
          <p:cNvSpPr txBox="1">
            <a:spLocks noGrp="1"/>
          </p:cNvSpPr>
          <p:nvPr>
            <p:ph type="title"/>
          </p:nvPr>
        </p:nvSpPr>
        <p:spPr>
          <a:xfrm>
            <a:off x="654684" y="525462"/>
            <a:ext cx="4622165" cy="1210310"/>
          </a:xfrm>
          <a:prstGeom prst="rect"/>
        </p:spPr>
        <p:txBody>
          <a:bodyPr bIns="0" lIns="0" rIns="0" rtlCol="0" tIns="16510" vert="horz" wrap="square">
            <a:spAutoFit/>
          </a:bodyPr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pc="-365"/>
              <a:t>Conclusion</a:t>
            </a:r>
          </a:p>
        </p:txBody>
      </p:sp>
      <p:sp>
        <p:nvSpPr>
          <p:cNvPr id="1048612" name="object 3" descr=""/>
          <p:cNvSpPr txBox="1"/>
          <p:nvPr/>
        </p:nvSpPr>
        <p:spPr>
          <a:xfrm>
            <a:off x="654684" y="2464498"/>
            <a:ext cx="6482715" cy="3878859"/>
          </a:xfrm>
          <a:prstGeom prst="rect"/>
        </p:spPr>
        <p:txBody>
          <a:bodyPr bIns="0" lIns="0" rIns="0" rtlCol="0" tIns="14605" vert="horz" wrap="square">
            <a:spAutoFit/>
          </a:bodyPr>
          <a:p>
            <a:pPr marL="12700" marR="5080">
              <a:lnSpc>
                <a:spcPct val="119400"/>
              </a:lnSpc>
              <a:spcBef>
                <a:spcPts val="115"/>
              </a:spcBef>
            </a:pPr>
            <a:r>
              <a:rPr dirty="0" sz="2450" spc="-25">
                <a:solidFill>
                  <a:srgbClr val="1E1C1C"/>
                </a:solidFill>
                <a:latin typeface="Calibri"/>
                <a:cs typeface="Calibri"/>
              </a:rPr>
              <a:t>E-</a:t>
            </a:r>
            <a:r>
              <a:rPr dirty="0" sz="2450" spc="-10">
                <a:solidFill>
                  <a:srgbClr val="1E1C1C"/>
                </a:solidFill>
                <a:latin typeface="Calibri"/>
                <a:cs typeface="Calibri"/>
              </a:rPr>
              <a:t>commerce,</a:t>
            </a:r>
            <a:r>
              <a:rPr dirty="0" sz="2450" spc="-80">
                <a:solidFill>
                  <a:srgbClr val="1E1C1C"/>
                </a:solidFill>
                <a:latin typeface="Calibri"/>
                <a:cs typeface="Calibri"/>
              </a:rPr>
              <a:t> </a:t>
            </a:r>
            <a:r>
              <a:rPr dirty="0" sz="2450" spc="-10">
                <a:solidFill>
                  <a:srgbClr val="1E1C1C"/>
                </a:solidFill>
                <a:latin typeface="Calibri"/>
                <a:cs typeface="Calibri"/>
              </a:rPr>
              <a:t>e-medicine,</a:t>
            </a:r>
            <a:r>
              <a:rPr dirty="0" sz="2450" spc="-80">
                <a:solidFill>
                  <a:srgbClr val="1E1C1C"/>
                </a:solidFill>
                <a:latin typeface="Calibri"/>
                <a:cs typeface="Calibri"/>
              </a:rPr>
              <a:t> </a:t>
            </a:r>
            <a:r>
              <a:rPr dirty="0" sz="2450">
                <a:solidFill>
                  <a:srgbClr val="1E1C1C"/>
                </a:solidFill>
                <a:latin typeface="Calibri"/>
                <a:cs typeface="Calibri"/>
              </a:rPr>
              <a:t>and</a:t>
            </a:r>
            <a:r>
              <a:rPr dirty="0" sz="2450" spc="-90">
                <a:solidFill>
                  <a:srgbClr val="1E1C1C"/>
                </a:solidFill>
                <a:latin typeface="Calibri"/>
                <a:cs typeface="Calibri"/>
              </a:rPr>
              <a:t> </a:t>
            </a:r>
            <a:r>
              <a:rPr dirty="0" sz="2450" spc="-25">
                <a:solidFill>
                  <a:srgbClr val="1E1C1C"/>
                </a:solidFill>
                <a:latin typeface="Calibri"/>
                <a:cs typeface="Calibri"/>
              </a:rPr>
              <a:t>e-</a:t>
            </a:r>
            <a:r>
              <a:rPr dirty="0" sz="2450" spc="-10">
                <a:solidFill>
                  <a:srgbClr val="1E1C1C"/>
                </a:solidFill>
                <a:latin typeface="Calibri"/>
                <a:cs typeface="Calibri"/>
              </a:rPr>
              <a:t>governance</a:t>
            </a:r>
            <a:r>
              <a:rPr dirty="0" sz="2450" spc="-85">
                <a:solidFill>
                  <a:srgbClr val="1E1C1C"/>
                </a:solidFill>
                <a:latin typeface="Calibri"/>
                <a:cs typeface="Calibri"/>
              </a:rPr>
              <a:t> </a:t>
            </a:r>
            <a:r>
              <a:rPr dirty="0" sz="2450" spc="-25">
                <a:solidFill>
                  <a:srgbClr val="1E1C1C"/>
                </a:solidFill>
                <a:latin typeface="Calibri"/>
                <a:cs typeface="Calibri"/>
              </a:rPr>
              <a:t>are </a:t>
            </a:r>
            <a:r>
              <a:rPr dirty="0" sz="2450" spc="-10">
                <a:solidFill>
                  <a:srgbClr val="1E1C1C"/>
                </a:solidFill>
                <a:latin typeface="Calibri"/>
                <a:cs typeface="Calibri"/>
              </a:rPr>
              <a:t>powerful</a:t>
            </a:r>
            <a:r>
              <a:rPr dirty="0" sz="2450" spc="-120">
                <a:solidFill>
                  <a:srgbClr val="1E1C1C"/>
                </a:solidFill>
                <a:latin typeface="Calibri"/>
                <a:cs typeface="Calibri"/>
              </a:rPr>
              <a:t> </a:t>
            </a:r>
            <a:r>
              <a:rPr dirty="0" sz="2450">
                <a:solidFill>
                  <a:srgbClr val="1E1C1C"/>
                </a:solidFill>
                <a:latin typeface="Calibri"/>
                <a:cs typeface="Calibri"/>
              </a:rPr>
              <a:t>tools</a:t>
            </a:r>
            <a:r>
              <a:rPr dirty="0" sz="2450" spc="-65">
                <a:solidFill>
                  <a:srgbClr val="1E1C1C"/>
                </a:solidFill>
                <a:latin typeface="Calibri"/>
                <a:cs typeface="Calibri"/>
              </a:rPr>
              <a:t> </a:t>
            </a:r>
            <a:r>
              <a:rPr dirty="0" sz="2450">
                <a:solidFill>
                  <a:srgbClr val="1E1C1C"/>
                </a:solidFill>
                <a:latin typeface="Calibri"/>
                <a:cs typeface="Calibri"/>
              </a:rPr>
              <a:t>of</a:t>
            </a:r>
            <a:r>
              <a:rPr dirty="0" sz="2450" spc="-80">
                <a:solidFill>
                  <a:srgbClr val="1E1C1C"/>
                </a:solidFill>
                <a:latin typeface="Calibri"/>
                <a:cs typeface="Calibri"/>
              </a:rPr>
              <a:t> </a:t>
            </a:r>
            <a:r>
              <a:rPr dirty="0" sz="2450">
                <a:solidFill>
                  <a:srgbClr val="1E1C1C"/>
                </a:solidFill>
                <a:latin typeface="Calibri"/>
                <a:cs typeface="Calibri"/>
              </a:rPr>
              <a:t>digital</a:t>
            </a:r>
            <a:r>
              <a:rPr dirty="0" sz="2450" spc="-114">
                <a:solidFill>
                  <a:srgbClr val="1E1C1C"/>
                </a:solidFill>
                <a:latin typeface="Calibri"/>
                <a:cs typeface="Calibri"/>
              </a:rPr>
              <a:t> </a:t>
            </a:r>
            <a:r>
              <a:rPr dirty="0" sz="2450" spc="-10">
                <a:solidFill>
                  <a:srgbClr val="1E1C1C"/>
                </a:solidFill>
                <a:latin typeface="Calibri"/>
                <a:cs typeface="Calibri"/>
              </a:rPr>
              <a:t>transformation.</a:t>
            </a:r>
            <a:r>
              <a:rPr dirty="0" sz="2450" spc="-100">
                <a:solidFill>
                  <a:srgbClr val="1E1C1C"/>
                </a:solidFill>
                <a:latin typeface="Calibri"/>
                <a:cs typeface="Calibri"/>
              </a:rPr>
              <a:t> </a:t>
            </a:r>
            <a:r>
              <a:rPr dirty="0" sz="2450">
                <a:solidFill>
                  <a:srgbClr val="1E1C1C"/>
                </a:solidFill>
                <a:latin typeface="Calibri"/>
                <a:cs typeface="Calibri"/>
              </a:rPr>
              <a:t>While</a:t>
            </a:r>
            <a:r>
              <a:rPr dirty="0" sz="2450" spc="-105">
                <a:solidFill>
                  <a:srgbClr val="1E1C1C"/>
                </a:solidFill>
                <a:latin typeface="Calibri"/>
                <a:cs typeface="Calibri"/>
              </a:rPr>
              <a:t> </a:t>
            </a:r>
            <a:r>
              <a:rPr dirty="0" sz="2450" spc="-20">
                <a:solidFill>
                  <a:srgbClr val="1E1C1C"/>
                </a:solidFill>
                <a:latin typeface="Calibri"/>
                <a:cs typeface="Calibri"/>
              </a:rPr>
              <a:t>they </a:t>
            </a:r>
            <a:r>
              <a:rPr dirty="0" sz="2450" spc="-10">
                <a:solidFill>
                  <a:srgbClr val="1E1C1C"/>
                </a:solidFill>
                <a:latin typeface="Calibri"/>
                <a:cs typeface="Calibri"/>
              </a:rPr>
              <a:t>offer</a:t>
            </a:r>
            <a:r>
              <a:rPr dirty="0" sz="2450" spc="-75">
                <a:solidFill>
                  <a:srgbClr val="1E1C1C"/>
                </a:solidFill>
                <a:latin typeface="Calibri"/>
                <a:cs typeface="Calibri"/>
              </a:rPr>
              <a:t> </a:t>
            </a:r>
            <a:r>
              <a:rPr dirty="0" sz="2450">
                <a:solidFill>
                  <a:srgbClr val="1E1C1C"/>
                </a:solidFill>
                <a:latin typeface="Calibri"/>
                <a:cs typeface="Calibri"/>
              </a:rPr>
              <a:t>many</a:t>
            </a:r>
            <a:r>
              <a:rPr dirty="0" sz="2450" spc="-35">
                <a:solidFill>
                  <a:srgbClr val="1E1C1C"/>
                </a:solidFill>
                <a:latin typeface="Calibri"/>
                <a:cs typeface="Calibri"/>
              </a:rPr>
              <a:t> </a:t>
            </a:r>
            <a:r>
              <a:rPr dirty="0" sz="2450" spc="-20">
                <a:solidFill>
                  <a:srgbClr val="1E1C1C"/>
                </a:solidFill>
                <a:latin typeface="Calibri"/>
                <a:cs typeface="Calibri"/>
              </a:rPr>
              <a:t>advantages</a:t>
            </a:r>
            <a:r>
              <a:rPr dirty="0" sz="2450" spc="-105">
                <a:solidFill>
                  <a:srgbClr val="1E1C1C"/>
                </a:solidFill>
                <a:latin typeface="Calibri"/>
                <a:cs typeface="Calibri"/>
              </a:rPr>
              <a:t> </a:t>
            </a:r>
            <a:r>
              <a:rPr dirty="0" sz="2450">
                <a:solidFill>
                  <a:srgbClr val="1E1C1C"/>
                </a:solidFill>
                <a:latin typeface="Calibri"/>
                <a:cs typeface="Calibri"/>
              </a:rPr>
              <a:t>such</a:t>
            </a:r>
            <a:r>
              <a:rPr dirty="0" sz="2450" spc="-60">
                <a:solidFill>
                  <a:srgbClr val="1E1C1C"/>
                </a:solidFill>
                <a:latin typeface="Calibri"/>
                <a:cs typeface="Calibri"/>
              </a:rPr>
              <a:t> </a:t>
            </a:r>
            <a:r>
              <a:rPr dirty="0" sz="2450">
                <a:solidFill>
                  <a:srgbClr val="1E1C1C"/>
                </a:solidFill>
                <a:latin typeface="Calibri"/>
                <a:cs typeface="Calibri"/>
              </a:rPr>
              <a:t>as</a:t>
            </a:r>
            <a:r>
              <a:rPr dirty="0" sz="2450" spc="-35">
                <a:solidFill>
                  <a:srgbClr val="1E1C1C"/>
                </a:solidFill>
                <a:latin typeface="Calibri"/>
                <a:cs typeface="Calibri"/>
              </a:rPr>
              <a:t> </a:t>
            </a:r>
            <a:r>
              <a:rPr dirty="0" sz="2450" spc="-10">
                <a:solidFill>
                  <a:srgbClr val="1E1C1C"/>
                </a:solidFill>
                <a:latin typeface="Calibri"/>
                <a:cs typeface="Calibri"/>
              </a:rPr>
              <a:t>convenience, efficiency,</a:t>
            </a:r>
            <a:r>
              <a:rPr dirty="0" sz="2450" spc="-75">
                <a:solidFill>
                  <a:srgbClr val="1E1C1C"/>
                </a:solidFill>
                <a:latin typeface="Calibri"/>
                <a:cs typeface="Calibri"/>
              </a:rPr>
              <a:t> </a:t>
            </a:r>
            <a:r>
              <a:rPr dirty="0" sz="2450">
                <a:solidFill>
                  <a:srgbClr val="1E1C1C"/>
                </a:solidFill>
                <a:latin typeface="Calibri"/>
                <a:cs typeface="Calibri"/>
              </a:rPr>
              <a:t>and</a:t>
            </a:r>
            <a:r>
              <a:rPr dirty="0" sz="2450" spc="-70">
                <a:solidFill>
                  <a:srgbClr val="1E1C1C"/>
                </a:solidFill>
                <a:latin typeface="Calibri"/>
                <a:cs typeface="Calibri"/>
              </a:rPr>
              <a:t> </a:t>
            </a:r>
            <a:r>
              <a:rPr dirty="0" sz="2450" spc="-20">
                <a:solidFill>
                  <a:srgbClr val="1E1C1C"/>
                </a:solidFill>
                <a:latin typeface="Calibri"/>
                <a:cs typeface="Calibri"/>
              </a:rPr>
              <a:t>accessibility,</a:t>
            </a:r>
            <a:r>
              <a:rPr dirty="0" sz="2450" spc="-75">
                <a:solidFill>
                  <a:srgbClr val="1E1C1C"/>
                </a:solidFill>
                <a:latin typeface="Calibri"/>
                <a:cs typeface="Calibri"/>
              </a:rPr>
              <a:t> </a:t>
            </a:r>
            <a:r>
              <a:rPr dirty="0" sz="2450">
                <a:solidFill>
                  <a:srgbClr val="1E1C1C"/>
                </a:solidFill>
                <a:latin typeface="Calibri"/>
                <a:cs typeface="Calibri"/>
              </a:rPr>
              <a:t>they</a:t>
            </a:r>
            <a:r>
              <a:rPr dirty="0" sz="2450" spc="-55">
                <a:solidFill>
                  <a:srgbClr val="1E1C1C"/>
                </a:solidFill>
                <a:latin typeface="Calibri"/>
                <a:cs typeface="Calibri"/>
              </a:rPr>
              <a:t> </a:t>
            </a:r>
            <a:r>
              <a:rPr dirty="0" sz="2450">
                <a:solidFill>
                  <a:srgbClr val="1E1C1C"/>
                </a:solidFill>
                <a:latin typeface="Calibri"/>
                <a:cs typeface="Calibri"/>
              </a:rPr>
              <a:t>also</a:t>
            </a:r>
            <a:r>
              <a:rPr dirty="0" sz="2450" spc="-80">
                <a:solidFill>
                  <a:srgbClr val="1E1C1C"/>
                </a:solidFill>
                <a:latin typeface="Calibri"/>
                <a:cs typeface="Calibri"/>
              </a:rPr>
              <a:t> </a:t>
            </a:r>
            <a:r>
              <a:rPr dirty="0" sz="2450">
                <a:solidFill>
                  <a:srgbClr val="1E1C1C"/>
                </a:solidFill>
                <a:latin typeface="Calibri"/>
                <a:cs typeface="Calibri"/>
              </a:rPr>
              <a:t>come</a:t>
            </a:r>
            <a:r>
              <a:rPr dirty="0" sz="2450" spc="-90">
                <a:solidFill>
                  <a:srgbClr val="1E1C1C"/>
                </a:solidFill>
                <a:latin typeface="Calibri"/>
                <a:cs typeface="Calibri"/>
              </a:rPr>
              <a:t> </a:t>
            </a:r>
            <a:r>
              <a:rPr dirty="0" sz="2450" spc="-20">
                <a:solidFill>
                  <a:srgbClr val="1E1C1C"/>
                </a:solidFill>
                <a:latin typeface="Calibri"/>
                <a:cs typeface="Calibri"/>
              </a:rPr>
              <a:t>with </a:t>
            </a:r>
            <a:r>
              <a:rPr dirty="0" sz="2450" spc="-10">
                <a:solidFill>
                  <a:srgbClr val="1E1C1C"/>
                </a:solidFill>
                <a:latin typeface="Calibri"/>
                <a:cs typeface="Calibri"/>
              </a:rPr>
              <a:t>challenges</a:t>
            </a:r>
            <a:r>
              <a:rPr dirty="0" sz="2450" spc="-85">
                <a:solidFill>
                  <a:srgbClr val="1E1C1C"/>
                </a:solidFill>
                <a:latin typeface="Calibri"/>
                <a:cs typeface="Calibri"/>
              </a:rPr>
              <a:t> </a:t>
            </a:r>
            <a:r>
              <a:rPr dirty="0" sz="2450" spc="-10">
                <a:solidFill>
                  <a:srgbClr val="1E1C1C"/>
                </a:solidFill>
                <a:latin typeface="Calibri"/>
                <a:cs typeface="Calibri"/>
              </a:rPr>
              <a:t>like</a:t>
            </a:r>
            <a:r>
              <a:rPr dirty="0" sz="2450" spc="-110">
                <a:solidFill>
                  <a:srgbClr val="1E1C1C"/>
                </a:solidFill>
                <a:latin typeface="Calibri"/>
                <a:cs typeface="Calibri"/>
              </a:rPr>
              <a:t> </a:t>
            </a:r>
            <a:r>
              <a:rPr dirty="0" sz="2450" spc="-10">
                <a:solidFill>
                  <a:srgbClr val="1E1C1C"/>
                </a:solidFill>
                <a:latin typeface="Calibri"/>
                <a:cs typeface="Calibri"/>
              </a:rPr>
              <a:t>security</a:t>
            </a:r>
            <a:r>
              <a:rPr dirty="0" sz="2450" spc="-80">
                <a:solidFill>
                  <a:srgbClr val="1E1C1C"/>
                </a:solidFill>
                <a:latin typeface="Calibri"/>
                <a:cs typeface="Calibri"/>
              </a:rPr>
              <a:t> </a:t>
            </a:r>
            <a:r>
              <a:rPr dirty="0" sz="2450">
                <a:solidFill>
                  <a:srgbClr val="1E1C1C"/>
                </a:solidFill>
                <a:latin typeface="Calibri"/>
                <a:cs typeface="Calibri"/>
              </a:rPr>
              <a:t>risks</a:t>
            </a:r>
            <a:r>
              <a:rPr dirty="0" sz="2450" spc="-40">
                <a:solidFill>
                  <a:srgbClr val="1E1C1C"/>
                </a:solidFill>
                <a:latin typeface="Calibri"/>
                <a:cs typeface="Calibri"/>
              </a:rPr>
              <a:t> </a:t>
            </a:r>
            <a:r>
              <a:rPr dirty="0" sz="2450">
                <a:solidFill>
                  <a:srgbClr val="1E1C1C"/>
                </a:solidFill>
                <a:latin typeface="Calibri"/>
                <a:cs typeface="Calibri"/>
              </a:rPr>
              <a:t>and</a:t>
            </a:r>
            <a:r>
              <a:rPr dirty="0" sz="2450" spc="-114">
                <a:solidFill>
                  <a:srgbClr val="1E1C1C"/>
                </a:solidFill>
                <a:latin typeface="Calibri"/>
                <a:cs typeface="Calibri"/>
              </a:rPr>
              <a:t> </a:t>
            </a:r>
            <a:r>
              <a:rPr dirty="0" sz="2450">
                <a:solidFill>
                  <a:srgbClr val="1E1C1C"/>
                </a:solidFill>
                <a:latin typeface="Calibri"/>
                <a:cs typeface="Calibri"/>
              </a:rPr>
              <a:t>digital</a:t>
            </a:r>
            <a:r>
              <a:rPr dirty="0" sz="2450" spc="-60">
                <a:solidFill>
                  <a:srgbClr val="1E1C1C"/>
                </a:solidFill>
                <a:latin typeface="Calibri"/>
                <a:cs typeface="Calibri"/>
              </a:rPr>
              <a:t> </a:t>
            </a:r>
            <a:r>
              <a:rPr dirty="0" sz="2450" spc="-10">
                <a:solidFill>
                  <a:srgbClr val="1E1C1C"/>
                </a:solidFill>
                <a:latin typeface="Calibri"/>
                <a:cs typeface="Calibri"/>
              </a:rPr>
              <a:t>inequality.</a:t>
            </a:r>
            <a:endParaRPr sz="2450">
              <a:latin typeface="Calibri"/>
              <a:cs typeface="Calibri"/>
            </a:endParaRPr>
          </a:p>
          <a:p>
            <a:pPr marL="12700" marR="577850">
              <a:lnSpc>
                <a:spcPts val="3529"/>
              </a:lnSpc>
              <a:spcBef>
                <a:spcPts val="135"/>
              </a:spcBef>
            </a:pPr>
            <a:r>
              <a:rPr dirty="0" sz="2450">
                <a:solidFill>
                  <a:srgbClr val="1E1C1C"/>
                </a:solidFill>
                <a:latin typeface="Calibri"/>
                <a:cs typeface="Calibri"/>
              </a:rPr>
              <a:t>Proper</a:t>
            </a:r>
            <a:r>
              <a:rPr dirty="0" sz="2450" spc="-70">
                <a:solidFill>
                  <a:srgbClr val="1E1C1C"/>
                </a:solidFill>
                <a:latin typeface="Calibri"/>
                <a:cs typeface="Calibri"/>
              </a:rPr>
              <a:t> </a:t>
            </a:r>
            <a:r>
              <a:rPr dirty="0" sz="2450" spc="-10">
                <a:solidFill>
                  <a:srgbClr val="1E1C1C"/>
                </a:solidFill>
                <a:latin typeface="Calibri"/>
                <a:cs typeface="Calibri"/>
              </a:rPr>
              <a:t>policies,</a:t>
            </a:r>
            <a:r>
              <a:rPr dirty="0" sz="2450" spc="-55">
                <a:solidFill>
                  <a:srgbClr val="1E1C1C"/>
                </a:solidFill>
                <a:latin typeface="Calibri"/>
                <a:cs typeface="Calibri"/>
              </a:rPr>
              <a:t> </a:t>
            </a:r>
            <a:r>
              <a:rPr dirty="0" sz="2450" spc="-10">
                <a:solidFill>
                  <a:srgbClr val="1E1C1C"/>
                </a:solidFill>
                <a:latin typeface="Calibri"/>
                <a:cs typeface="Calibri"/>
              </a:rPr>
              <a:t>awareness,</a:t>
            </a:r>
            <a:r>
              <a:rPr dirty="0" sz="2450" spc="-95">
                <a:solidFill>
                  <a:srgbClr val="1E1C1C"/>
                </a:solidFill>
                <a:latin typeface="Calibri"/>
                <a:cs typeface="Calibri"/>
              </a:rPr>
              <a:t> </a:t>
            </a:r>
            <a:r>
              <a:rPr dirty="0" sz="2450">
                <a:solidFill>
                  <a:srgbClr val="1E1C1C"/>
                </a:solidFill>
                <a:latin typeface="Calibri"/>
                <a:cs typeface="Calibri"/>
              </a:rPr>
              <a:t>and</a:t>
            </a:r>
            <a:r>
              <a:rPr dirty="0" sz="2450" spc="-114">
                <a:solidFill>
                  <a:srgbClr val="1E1C1C"/>
                </a:solidFill>
                <a:latin typeface="Calibri"/>
                <a:cs typeface="Calibri"/>
              </a:rPr>
              <a:t> </a:t>
            </a:r>
            <a:r>
              <a:rPr dirty="0" sz="2450" spc="-10">
                <a:solidFill>
                  <a:srgbClr val="1E1C1C"/>
                </a:solidFill>
                <a:latin typeface="Calibri"/>
                <a:cs typeface="Calibri"/>
              </a:rPr>
              <a:t>technological improvements</a:t>
            </a:r>
            <a:r>
              <a:rPr dirty="0" sz="2450" spc="-95">
                <a:solidFill>
                  <a:srgbClr val="1E1C1C"/>
                </a:solidFill>
                <a:latin typeface="Calibri"/>
                <a:cs typeface="Calibri"/>
              </a:rPr>
              <a:t> </a:t>
            </a:r>
            <a:r>
              <a:rPr dirty="0" sz="2450">
                <a:solidFill>
                  <a:srgbClr val="1E1C1C"/>
                </a:solidFill>
                <a:latin typeface="Calibri"/>
                <a:cs typeface="Calibri"/>
              </a:rPr>
              <a:t>are</a:t>
            </a:r>
            <a:r>
              <a:rPr dirty="0" sz="2450" spc="-55">
                <a:solidFill>
                  <a:srgbClr val="1E1C1C"/>
                </a:solidFill>
                <a:latin typeface="Calibri"/>
                <a:cs typeface="Calibri"/>
              </a:rPr>
              <a:t> </a:t>
            </a:r>
            <a:r>
              <a:rPr dirty="0" sz="2450" spc="-10">
                <a:solidFill>
                  <a:srgbClr val="1E1C1C"/>
                </a:solidFill>
                <a:latin typeface="Calibri"/>
                <a:cs typeface="Calibri"/>
              </a:rPr>
              <a:t>necessary</a:t>
            </a:r>
            <a:r>
              <a:rPr dirty="0" sz="2450" spc="-80">
                <a:solidFill>
                  <a:srgbClr val="1E1C1C"/>
                </a:solidFill>
                <a:latin typeface="Calibri"/>
                <a:cs typeface="Calibri"/>
              </a:rPr>
              <a:t> </a:t>
            </a:r>
            <a:r>
              <a:rPr dirty="0" sz="2450">
                <a:solidFill>
                  <a:srgbClr val="1E1C1C"/>
                </a:solidFill>
                <a:latin typeface="Calibri"/>
                <a:cs typeface="Calibri"/>
              </a:rPr>
              <a:t>to</a:t>
            </a:r>
            <a:r>
              <a:rPr dirty="0" sz="2450" spc="-110">
                <a:solidFill>
                  <a:srgbClr val="1E1C1C"/>
                </a:solidFill>
                <a:latin typeface="Calibri"/>
                <a:cs typeface="Calibri"/>
              </a:rPr>
              <a:t> </a:t>
            </a:r>
            <a:r>
              <a:rPr dirty="0" sz="2450" spc="-10">
                <a:solidFill>
                  <a:srgbClr val="1E1C1C"/>
                </a:solidFill>
                <a:latin typeface="Calibri"/>
                <a:cs typeface="Calibri"/>
              </a:rPr>
              <a:t>maximize</a:t>
            </a:r>
            <a:r>
              <a:rPr dirty="0" sz="2450" spc="-120">
                <a:solidFill>
                  <a:srgbClr val="1E1C1C"/>
                </a:solidFill>
                <a:latin typeface="Calibri"/>
                <a:cs typeface="Calibri"/>
              </a:rPr>
              <a:t> </a:t>
            </a:r>
            <a:r>
              <a:rPr dirty="0" sz="2450" spc="-10">
                <a:solidFill>
                  <a:srgbClr val="1E1C1C"/>
                </a:solidFill>
                <a:latin typeface="Calibri"/>
                <a:cs typeface="Calibri"/>
              </a:rPr>
              <a:t>their</a:t>
            </a:r>
            <a:endParaRPr sz="24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75"/>
              </a:spcBef>
            </a:pPr>
            <a:r>
              <a:rPr dirty="0" sz="2450" spc="-10">
                <a:solidFill>
                  <a:srgbClr val="1E1C1C"/>
                </a:solidFill>
                <a:latin typeface="Calibri"/>
                <a:cs typeface="Calibri"/>
              </a:rPr>
              <a:t>benefits</a:t>
            </a:r>
            <a:r>
              <a:rPr dirty="0" sz="2450" spc="-85">
                <a:solidFill>
                  <a:srgbClr val="1E1C1C"/>
                </a:solidFill>
                <a:latin typeface="Calibri"/>
                <a:cs typeface="Calibri"/>
              </a:rPr>
              <a:t> </a:t>
            </a:r>
            <a:r>
              <a:rPr dirty="0" sz="2450">
                <a:solidFill>
                  <a:srgbClr val="1E1C1C"/>
                </a:solidFill>
                <a:latin typeface="Calibri"/>
                <a:cs typeface="Calibri"/>
              </a:rPr>
              <a:t>and</a:t>
            </a:r>
            <a:r>
              <a:rPr dirty="0" sz="2450" spc="-90">
                <a:solidFill>
                  <a:srgbClr val="1E1C1C"/>
                </a:solidFill>
                <a:latin typeface="Calibri"/>
                <a:cs typeface="Calibri"/>
              </a:rPr>
              <a:t> </a:t>
            </a:r>
            <a:r>
              <a:rPr dirty="0" sz="2450" spc="-20">
                <a:solidFill>
                  <a:srgbClr val="1E1C1C"/>
                </a:solidFill>
                <a:latin typeface="Calibri"/>
                <a:cs typeface="Calibri"/>
              </a:rPr>
              <a:t>minimize</a:t>
            </a:r>
            <a:r>
              <a:rPr dirty="0" sz="2450" spc="-85">
                <a:solidFill>
                  <a:srgbClr val="1E1C1C"/>
                </a:solidFill>
                <a:latin typeface="Calibri"/>
                <a:cs typeface="Calibri"/>
              </a:rPr>
              <a:t> </a:t>
            </a:r>
            <a:r>
              <a:rPr dirty="0" sz="2450">
                <a:solidFill>
                  <a:srgbClr val="1E1C1C"/>
                </a:solidFill>
                <a:latin typeface="Calibri"/>
                <a:cs typeface="Calibri"/>
              </a:rPr>
              <a:t>their</a:t>
            </a:r>
            <a:r>
              <a:rPr dirty="0" sz="2450" spc="-95">
                <a:solidFill>
                  <a:srgbClr val="1E1C1C"/>
                </a:solidFill>
                <a:latin typeface="Calibri"/>
                <a:cs typeface="Calibri"/>
              </a:rPr>
              <a:t> </a:t>
            </a:r>
            <a:r>
              <a:rPr dirty="0" sz="2450" spc="-10">
                <a:solidFill>
                  <a:srgbClr val="1E1C1C"/>
                </a:solidFill>
                <a:latin typeface="Calibri"/>
                <a:cs typeface="Calibri"/>
              </a:rPr>
              <a:t>drawbacks.</a:t>
            </a:r>
            <a:endParaRPr sz="2450">
              <a:latin typeface="Calibri"/>
              <a:cs typeface="Calibri"/>
            </a:endParaRPr>
          </a:p>
        </p:txBody>
      </p:sp>
      <p:pic>
        <p:nvPicPr>
          <p:cNvPr id="2097162" name="object 4" descr=""/>
          <p:cNvPicPr>
            <a:picLocks/>
          </p:cNvPicPr>
          <p:nvPr/>
        </p:nvPicPr>
        <p:blipFill>
          <a:blip xmlns:r="http://schemas.openxmlformats.org/officeDocument/2006/relationships" r:embed="rId1" cstate="print"/>
          <a:stretch>
            <a:fillRect/>
          </a:stretch>
        </p:blipFill>
        <p:spPr>
          <a:xfrm>
            <a:off x="8067675" y="485775"/>
            <a:ext cx="9010650" cy="8943975"/>
          </a:xfrm>
          <a:prstGeom prst="rect"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1500">
        <p14:window dir="ver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9" name="object 2"/>
          <p:cNvSpPr txBox="1">
            <a:spLocks noGrp="1"/>
          </p:cNvSpPr>
          <p:nvPr>
            <p:ph type="title"/>
          </p:nvPr>
        </p:nvSpPr>
        <p:spPr>
          <a:xfrm>
            <a:off x="9300844" y="4260850"/>
            <a:ext cx="8363584" cy="2221230"/>
          </a:xfrm>
          <a:prstGeom prst="rect"/>
        </p:spPr>
        <p:txBody>
          <a:bodyPr bIns="0" lIns="0" rIns="0" rtlCol="0" tIns="11430" vert="horz" wrap="square">
            <a:spAutoFit/>
          </a:bodyPr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950" spc="-1470"/>
              <a:t>T</a:t>
            </a:r>
            <a:r>
              <a:rPr dirty="0" sz="14950" spc="-1400"/>
              <a:t>h</a:t>
            </a:r>
            <a:r>
              <a:rPr dirty="0" sz="14950" spc="-1535"/>
              <a:t>a</a:t>
            </a:r>
            <a:r>
              <a:rPr dirty="0" sz="14950" spc="-1455"/>
              <a:t>n</a:t>
            </a:r>
            <a:r>
              <a:rPr dirty="0" sz="14950" spc="-80"/>
              <a:t>k</a:t>
            </a:r>
            <a:r>
              <a:rPr dirty="0" sz="14950" spc="-2035"/>
              <a:t> </a:t>
            </a:r>
            <a:r>
              <a:rPr dirty="0" sz="14950" spc="-1280"/>
              <a:t>Y</a:t>
            </a:r>
            <a:r>
              <a:rPr dirty="0" sz="14950" spc="-1275"/>
              <a:t>o</a:t>
            </a:r>
            <a:r>
              <a:rPr dirty="0" sz="14950" spc="-1250"/>
              <a:t>u</a:t>
            </a:r>
            <a:r>
              <a:rPr dirty="0" sz="14950" spc="-85"/>
              <a:t>!</a:t>
            </a:r>
            <a:endParaRPr sz="1495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1500">
        <p14:window dir="ver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主题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Office PowerPoint</Application>
  <ScaleCrop>0</ScaleCrop>
  <LinksUpToDate>0</LinksUpToDate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23122PCD1G</dc:creator>
  <dcterms:created xsi:type="dcterms:W3CDTF">2026-02-07T03:44:19Z</dcterms:created>
  <dcterms:modified xsi:type="dcterms:W3CDTF">2026-02-07T15:24:03Z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2026-02-07T00:00:00Z</vt:filetime>
  </property>
  <property fmtid="{D5CDD505-2E9C-101B-9397-08002B2CF9AE}" pid="3" name="LastSaved">
    <vt:filetime>2026-02-07T00:00:00Z</vt:filetime>
  </property>
  <property fmtid="{D5CDD505-2E9C-101B-9397-08002B2CF9AE}" pid="4" name="ICV">
    <vt:lpwstr>c5e14f3264fc4d57bbb162a09fb6dd13</vt:lpwstr>
  </property>
</Properties>
</file>